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slides/slide67.xml" ContentType="application/vnd.openxmlformats-officedocument.presentationml.slide+xml"/>
  <Override PartName="/ppt/slides/slide68.xml" ContentType="application/vnd.openxmlformats-officedocument.presentationml.slide+xml"/>
  <Override PartName="/ppt/slides/slide69.xml" ContentType="application/vnd.openxmlformats-officedocument.presentationml.slide+xml"/>
  <Override PartName="/ppt/slides/slide70.xml" ContentType="application/vnd.openxmlformats-officedocument.presentationml.slide+xml"/>
  <Override PartName="/ppt/slides/slide71.xml" ContentType="application/vnd.openxmlformats-officedocument.presentationml.slide+xml"/>
  <Override PartName="/ppt/slides/slide7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41.xml" ContentType="application/vnd.openxmlformats-officedocument.presentationml.notesSlide+xml"/>
  <Override PartName="/ppt/notesSlides/notesSlide42.xml" ContentType="application/vnd.openxmlformats-officedocument.presentationml.notesSlide+xml"/>
  <Override PartName="/ppt/notesSlides/notesSlide43.xml" ContentType="application/vnd.openxmlformats-officedocument.presentationml.notesSlide+xml"/>
  <Override PartName="/ppt/notesSlides/notesSlide44.xml" ContentType="application/vnd.openxmlformats-officedocument.presentationml.notesSlide+xml"/>
  <Override PartName="/ppt/notesSlides/notesSlide45.xml" ContentType="application/vnd.openxmlformats-officedocument.presentationml.notesSlide+xml"/>
  <Override PartName="/ppt/notesSlides/notesSlide46.xml" ContentType="application/vnd.openxmlformats-officedocument.presentationml.notesSlide+xml"/>
  <Override PartName="/ppt/notesSlides/notesSlide47.xml" ContentType="application/vnd.openxmlformats-officedocument.presentationml.notesSlide+xml"/>
  <Override PartName="/ppt/notesSlides/notesSlide48.xml" ContentType="application/vnd.openxmlformats-officedocument.presentationml.notesSlide+xml"/>
  <Override PartName="/ppt/notesSlides/notesSlide49.xml" ContentType="application/vnd.openxmlformats-officedocument.presentationml.notesSlide+xml"/>
  <Override PartName="/ppt/notesSlides/notesSlide50.xml" ContentType="application/vnd.openxmlformats-officedocument.presentationml.notesSlide+xml"/>
  <Override PartName="/ppt/notesSlides/notesSlide51.xml" ContentType="application/vnd.openxmlformats-officedocument.presentationml.notesSlide+xml"/>
  <Override PartName="/ppt/notesSlides/notesSlide52.xml" ContentType="application/vnd.openxmlformats-officedocument.presentationml.notesSlide+xml"/>
  <Override PartName="/ppt/notesSlides/notesSlide53.xml" ContentType="application/vnd.openxmlformats-officedocument.presentationml.notesSlide+xml"/>
  <Override PartName="/ppt/notesSlides/notesSlide54.xml" ContentType="application/vnd.openxmlformats-officedocument.presentationml.notesSlide+xml"/>
  <Override PartName="/ppt/notesSlides/notesSlide55.xml" ContentType="application/vnd.openxmlformats-officedocument.presentationml.notesSlide+xml"/>
  <Override PartName="/ppt/notesSlides/notesSlide56.xml" ContentType="application/vnd.openxmlformats-officedocument.presentationml.notesSlide+xml"/>
  <Override PartName="/ppt/notesSlides/notesSlide57.xml" ContentType="application/vnd.openxmlformats-officedocument.presentationml.notesSlide+xml"/>
  <Override PartName="/ppt/notesSlides/notesSlide58.xml" ContentType="application/vnd.openxmlformats-officedocument.presentationml.notesSlide+xml"/>
  <Override PartName="/ppt/notesSlides/notesSlide59.xml" ContentType="application/vnd.openxmlformats-officedocument.presentationml.notesSlide+xml"/>
  <Override PartName="/ppt/notesSlides/notesSlide60.xml" ContentType="application/vnd.openxmlformats-officedocument.presentationml.notesSlide+xml"/>
  <Override PartName="/ppt/notesSlides/notesSlide61.xml" ContentType="application/vnd.openxmlformats-officedocument.presentationml.notesSlide+xml"/>
  <Override PartName="/ppt/notesSlides/notesSlide62.xml" ContentType="application/vnd.openxmlformats-officedocument.presentationml.notesSlide+xml"/>
  <Override PartName="/ppt/notesSlides/notesSlide63.xml" ContentType="application/vnd.openxmlformats-officedocument.presentationml.notesSlide+xml"/>
  <Override PartName="/ppt/notesSlides/notesSlide64.xml" ContentType="application/vnd.openxmlformats-officedocument.presentationml.notesSlide+xml"/>
  <Override PartName="/ppt/notesSlides/notesSlide65.xml" ContentType="application/vnd.openxmlformats-officedocument.presentationml.notesSlide+xml"/>
  <Override PartName="/ppt/notesSlides/notesSlide66.xml" ContentType="application/vnd.openxmlformats-officedocument.presentationml.notesSlide+xml"/>
  <Override PartName="/ppt/notesSlides/notesSlide67.xml" ContentType="application/vnd.openxmlformats-officedocument.presentationml.notesSlide+xml"/>
  <Override PartName="/ppt/notesSlides/notesSlide68.xml" ContentType="application/vnd.openxmlformats-officedocument.presentationml.notesSlide+xml"/>
  <Override PartName="/ppt/notesSlides/notesSlide69.xml" ContentType="application/vnd.openxmlformats-officedocument.presentationml.notesSlide+xml"/>
  <Override PartName="/ppt/notesSlides/notesSlide70.xml" ContentType="application/vnd.openxmlformats-officedocument.presentationml.notesSlide+xml"/>
  <Override PartName="/ppt/notesSlides/notesSlide71.xml" ContentType="application/vnd.openxmlformats-officedocument.presentationml.notesSlide+xml"/>
  <Override PartName="/ppt/notesSlides/notesSlide7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saveSubsetFonts="1" autoCompressPictures="0">
  <p:sldMasterIdLst>
    <p:sldMasterId id="2147483659" r:id="rId1"/>
  </p:sldMasterIdLst>
  <p:notesMasterIdLst>
    <p:notesMasterId r:id="rId74"/>
  </p:notesMasterIdLst>
  <p:sldIdLst>
    <p:sldId id="256" r:id="rId2"/>
    <p:sldId id="259" r:id="rId3"/>
    <p:sldId id="260" r:id="rId4"/>
    <p:sldId id="261" r:id="rId5"/>
    <p:sldId id="262" r:id="rId6"/>
    <p:sldId id="263" r:id="rId7"/>
    <p:sldId id="264" r:id="rId8"/>
    <p:sldId id="265" r:id="rId9"/>
    <p:sldId id="266" r:id="rId10"/>
    <p:sldId id="267" r:id="rId11"/>
    <p:sldId id="268" r:id="rId12"/>
    <p:sldId id="269" r:id="rId13"/>
    <p:sldId id="270" r:id="rId14"/>
    <p:sldId id="271" r:id="rId15"/>
    <p:sldId id="272" r:id="rId16"/>
    <p:sldId id="273" r:id="rId17"/>
    <p:sldId id="274" r:id="rId18"/>
    <p:sldId id="275" r:id="rId19"/>
    <p:sldId id="276" r:id="rId20"/>
    <p:sldId id="277" r:id="rId21"/>
    <p:sldId id="278" r:id="rId22"/>
    <p:sldId id="279" r:id="rId23"/>
    <p:sldId id="280" r:id="rId24"/>
    <p:sldId id="281" r:id="rId25"/>
    <p:sldId id="282" r:id="rId26"/>
    <p:sldId id="283" r:id="rId27"/>
    <p:sldId id="284" r:id="rId28"/>
    <p:sldId id="285" r:id="rId29"/>
    <p:sldId id="286" r:id="rId30"/>
    <p:sldId id="287" r:id="rId31"/>
    <p:sldId id="288" r:id="rId32"/>
    <p:sldId id="289" r:id="rId33"/>
    <p:sldId id="290" r:id="rId34"/>
    <p:sldId id="291" r:id="rId35"/>
    <p:sldId id="292" r:id="rId36"/>
    <p:sldId id="293" r:id="rId37"/>
    <p:sldId id="294" r:id="rId38"/>
    <p:sldId id="295" r:id="rId39"/>
    <p:sldId id="296" r:id="rId40"/>
    <p:sldId id="297" r:id="rId41"/>
    <p:sldId id="298" r:id="rId42"/>
    <p:sldId id="299" r:id="rId43"/>
    <p:sldId id="300" r:id="rId44"/>
    <p:sldId id="301" r:id="rId45"/>
    <p:sldId id="303" r:id="rId46"/>
    <p:sldId id="304" r:id="rId47"/>
    <p:sldId id="305" r:id="rId48"/>
    <p:sldId id="306" r:id="rId49"/>
    <p:sldId id="307" r:id="rId50"/>
    <p:sldId id="308" r:id="rId51"/>
    <p:sldId id="309" r:id="rId52"/>
    <p:sldId id="310" r:id="rId53"/>
    <p:sldId id="311" r:id="rId54"/>
    <p:sldId id="312" r:id="rId55"/>
    <p:sldId id="313" r:id="rId56"/>
    <p:sldId id="314" r:id="rId57"/>
    <p:sldId id="315" r:id="rId58"/>
    <p:sldId id="316" r:id="rId59"/>
    <p:sldId id="317" r:id="rId60"/>
    <p:sldId id="318" r:id="rId61"/>
    <p:sldId id="319" r:id="rId62"/>
    <p:sldId id="320" r:id="rId63"/>
    <p:sldId id="321" r:id="rId64"/>
    <p:sldId id="322" r:id="rId65"/>
    <p:sldId id="323" r:id="rId66"/>
    <p:sldId id="324" r:id="rId67"/>
    <p:sldId id="325" r:id="rId68"/>
    <p:sldId id="326" r:id="rId69"/>
    <p:sldId id="327" r:id="rId70"/>
    <p:sldId id="328" r:id="rId71"/>
    <p:sldId id="329" r:id="rId72"/>
    <p:sldId id="330" r:id="rId73"/>
  </p:sldIdLst>
  <p:sldSz cx="9144000" cy="6858000" type="screen4x3"/>
  <p:notesSz cx="6858000" cy="9144000"/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7643368D-5839-408D-807D-AB2263CD1EC3}">
  <a:tblStyle styleId="{7643368D-5839-408D-807D-AB2263CD1EC3}" styleName="Table_0">
    <a:wholeTbl>
      <a:tcTxStyle b="off" i="off">
        <a:font>
          <a:latin typeface="Times New Roman"/>
          <a:ea typeface="Times New Roman"/>
          <a:cs typeface="Times New Roman"/>
        </a:font>
        <a:schemeClr val="dk1"/>
      </a:tcTxStyle>
      <a:tcStyle>
        <a:tcBdr>
          <a:left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insideV>
        </a:tcBdr>
        <a:fill>
          <a:solidFill>
            <a:srgbClr val="FBE8E7"/>
          </a:solidFill>
        </a:fill>
      </a:tcStyle>
    </a:wholeTbl>
    <a:band1H>
      <a:tcTxStyle/>
      <a:tcStyle>
        <a:tcBdr/>
        <a:fill>
          <a:solidFill>
            <a:srgbClr val="F6CECB"/>
          </a:solidFill>
        </a:fill>
      </a:tcStyle>
    </a:band1H>
    <a:band2H>
      <a:tcTxStyle/>
      <a:tcStyle>
        <a:tcBdr/>
      </a:tcStyle>
    </a:band2H>
    <a:band1V>
      <a:tcTxStyle/>
      <a:tcStyle>
        <a:tcBdr/>
        <a:fill>
          <a:solidFill>
            <a:srgbClr val="F6CECB"/>
          </a:solidFill>
        </a:fill>
      </a:tcStyle>
    </a:band1V>
    <a:band2V>
      <a:tcTxStyle/>
      <a:tcStyle>
        <a:tcBdr/>
      </a:tcStyle>
    </a:band2V>
    <a:lastCol>
      <a:tcTxStyle b="on" i="off">
        <a:font>
          <a:latin typeface="Times New Roman"/>
          <a:ea typeface="Times New Roman"/>
          <a:cs typeface="Times New Roman"/>
        </a:font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 i="off">
        <a:font>
          <a:latin typeface="Times New Roman"/>
          <a:ea typeface="Times New Roman"/>
          <a:cs typeface="Times New Roman"/>
        </a:font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 i="off">
        <a:font>
          <a:latin typeface="Times New Roman"/>
          <a:ea typeface="Times New Roman"/>
          <a:cs typeface="Times New Roman"/>
        </a:font>
        <a:schemeClr val="lt1"/>
      </a:tcTxStyle>
      <a:tcStyle>
        <a:tcBdr>
          <a:top>
            <a:ln w="381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top>
        </a:tcBdr>
        <a:fill>
          <a:solidFill>
            <a:schemeClr val="accent1"/>
          </a:solidFill>
        </a:fill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 b="on" i="off">
        <a:font>
          <a:latin typeface="Times New Roman"/>
          <a:ea typeface="Times New Roman"/>
          <a:cs typeface="Times New Roman"/>
        </a:font>
        <a:schemeClr val="lt1"/>
      </a:tcTxStyle>
      <a:tcStyle>
        <a:tcBdr>
          <a:bottom>
            <a:ln w="381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bottom>
        </a:tcBdr>
        <a:fill>
          <a:solidFill>
            <a:schemeClr val="accent1"/>
          </a:solidFill>
        </a:fill>
      </a:tcStyle>
    </a:firstRow>
    <a:neCell>
      <a:tcTxStyle/>
      <a:tcStyle>
        <a:tcBdr/>
      </a:tcStyle>
    </a:neCell>
    <a:nwCell>
      <a:tcTxStyle/>
      <a:tcStyle>
        <a:tcBdr/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81" d="100"/>
          <a:sy n="81" d="100"/>
        </p:scale>
        <p:origin x="1498" y="67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50" Type="http://schemas.openxmlformats.org/officeDocument/2006/relationships/slide" Target="slides/slide49.xml"/><Relationship Id="rId55" Type="http://schemas.openxmlformats.org/officeDocument/2006/relationships/slide" Target="slides/slide54.xml"/><Relationship Id="rId63" Type="http://schemas.openxmlformats.org/officeDocument/2006/relationships/slide" Target="slides/slide62.xml"/><Relationship Id="rId68" Type="http://schemas.openxmlformats.org/officeDocument/2006/relationships/slide" Target="slides/slide67.xml"/><Relationship Id="rId76" Type="http://schemas.openxmlformats.org/officeDocument/2006/relationships/viewProps" Target="viewProps.xml"/><Relationship Id="rId7" Type="http://schemas.openxmlformats.org/officeDocument/2006/relationships/slide" Target="slides/slide6.xml"/><Relationship Id="rId71" Type="http://schemas.openxmlformats.org/officeDocument/2006/relationships/slide" Target="slides/slide70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3" Type="http://schemas.openxmlformats.org/officeDocument/2006/relationships/slide" Target="slides/slide52.xml"/><Relationship Id="rId58" Type="http://schemas.openxmlformats.org/officeDocument/2006/relationships/slide" Target="slides/slide57.xml"/><Relationship Id="rId66" Type="http://schemas.openxmlformats.org/officeDocument/2006/relationships/slide" Target="slides/slide65.xml"/><Relationship Id="rId74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Relationship Id="rId57" Type="http://schemas.openxmlformats.org/officeDocument/2006/relationships/slide" Target="slides/slide56.xml"/><Relationship Id="rId61" Type="http://schemas.openxmlformats.org/officeDocument/2006/relationships/slide" Target="slides/slide60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slide" Target="slides/slide51.xml"/><Relationship Id="rId60" Type="http://schemas.openxmlformats.org/officeDocument/2006/relationships/slide" Target="slides/slide59.xml"/><Relationship Id="rId65" Type="http://schemas.openxmlformats.org/officeDocument/2006/relationships/slide" Target="slides/slide64.xml"/><Relationship Id="rId73" Type="http://schemas.openxmlformats.org/officeDocument/2006/relationships/slide" Target="slides/slide72.xml"/><Relationship Id="rId78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56" Type="http://schemas.openxmlformats.org/officeDocument/2006/relationships/slide" Target="slides/slide55.xml"/><Relationship Id="rId64" Type="http://schemas.openxmlformats.org/officeDocument/2006/relationships/slide" Target="slides/slide63.xml"/><Relationship Id="rId69" Type="http://schemas.openxmlformats.org/officeDocument/2006/relationships/slide" Target="slides/slide68.xml"/><Relationship Id="rId77" Type="http://schemas.openxmlformats.org/officeDocument/2006/relationships/theme" Target="theme/theme1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72" Type="http://schemas.openxmlformats.org/officeDocument/2006/relationships/slide" Target="slides/slide71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59" Type="http://schemas.openxmlformats.org/officeDocument/2006/relationships/slide" Target="slides/slide58.xml"/><Relationship Id="rId67" Type="http://schemas.openxmlformats.org/officeDocument/2006/relationships/slide" Target="slides/slide66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slide" Target="slides/slide53.xml"/><Relationship Id="rId62" Type="http://schemas.openxmlformats.org/officeDocument/2006/relationships/slide" Target="slides/slide61.xml"/><Relationship Id="rId70" Type="http://schemas.openxmlformats.org/officeDocument/2006/relationships/slide" Target="slides/slide69.xml"/><Relationship Id="rId75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>
            <a:spLocks noGrp="1"/>
          </p:cNvSpPr>
          <p:nvPr>
            <p:ph type="hdr" idx="2"/>
          </p:nvPr>
        </p:nvSpPr>
        <p:spPr>
          <a:xfrm>
            <a:off x="0" y="0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4" name="Google Shape;4;n"/>
          <p:cNvSpPr txBox="1">
            <a:spLocks noGrp="1"/>
          </p:cNvSpPr>
          <p:nvPr>
            <p:ph type="dt" idx="10"/>
          </p:nvPr>
        </p:nvSpPr>
        <p:spPr>
          <a:xfrm>
            <a:off x="3884613" y="0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r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5" name="Google Shape;5;n"/>
          <p:cNvSpPr>
            <a:spLocks noGrp="1" noRot="1" noChangeAspect="1"/>
          </p:cNvSpPr>
          <p:nvPr>
            <p:ph type="sldImg" idx="3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6" name="Google Shape;6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7" name="Google Shape;7;n"/>
          <p:cNvSpPr txBox="1">
            <a:spLocks noGrp="1"/>
          </p:cNvSpPr>
          <p:nvPr>
            <p:ph type="ftr" idx="11"/>
          </p:nvPr>
        </p:nvSpPr>
        <p:spPr>
          <a:xfrm>
            <a:off x="0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8" name="Google Shape;8;n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AU"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4.xml"/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5.xml"/><Relationship Id="rId1" Type="http://schemas.openxmlformats.org/officeDocument/2006/relationships/notesMaster" Target="../notesMasters/notesMaster1.xml"/></Relationships>
</file>

<file path=ppt/notesSlides/_rels/notesSlide3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6.xml"/><Relationship Id="rId1" Type="http://schemas.openxmlformats.org/officeDocument/2006/relationships/notesMaster" Target="../notesMasters/notesMaster1.xml"/></Relationships>
</file>

<file path=ppt/notesSlides/_rels/notesSlide3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7.xml"/><Relationship Id="rId1" Type="http://schemas.openxmlformats.org/officeDocument/2006/relationships/notesMaster" Target="../notesMasters/notesMaster1.xml"/></Relationships>
</file>

<file path=ppt/notesSlides/_rels/notesSlide3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8.xml"/><Relationship Id="rId1" Type="http://schemas.openxmlformats.org/officeDocument/2006/relationships/notesMaster" Target="../notesMasters/notesMaster1.xml"/></Relationships>
</file>

<file path=ppt/notesSlides/_rels/notesSlide3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9.xml"/><Relationship Id="rId1" Type="http://schemas.openxmlformats.org/officeDocument/2006/relationships/notesMaster" Target="../notesMasters/notesMaster1.xml"/></Relationships>
</file>

<file path=ppt/notesSlides/_rels/notesSlide4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0.xml"/><Relationship Id="rId1" Type="http://schemas.openxmlformats.org/officeDocument/2006/relationships/notesMaster" Target="../notesMasters/notesMaster1.xml"/></Relationships>
</file>

<file path=ppt/notesSlides/_rels/notesSlide4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1.xml"/><Relationship Id="rId1" Type="http://schemas.openxmlformats.org/officeDocument/2006/relationships/notesMaster" Target="../notesMasters/notesMaster1.xml"/></Relationships>
</file>

<file path=ppt/notesSlides/_rels/notesSlide4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2.xml"/><Relationship Id="rId1" Type="http://schemas.openxmlformats.org/officeDocument/2006/relationships/notesMaster" Target="../notesMasters/notesMaster1.xml"/></Relationships>
</file>

<file path=ppt/notesSlides/_rels/notesSlide4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3.xml"/><Relationship Id="rId1" Type="http://schemas.openxmlformats.org/officeDocument/2006/relationships/notesMaster" Target="../notesMasters/notesMaster1.xml"/></Relationships>
</file>

<file path=ppt/notesSlides/_rels/notesSlide4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4.xml"/><Relationship Id="rId1" Type="http://schemas.openxmlformats.org/officeDocument/2006/relationships/notesMaster" Target="../notesMasters/notesMaster1.xml"/></Relationships>
</file>

<file path=ppt/notesSlides/_rels/notesSlide4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5.xml"/><Relationship Id="rId1" Type="http://schemas.openxmlformats.org/officeDocument/2006/relationships/notesMaster" Target="../notesMasters/notesMaster1.xml"/></Relationships>
</file>

<file path=ppt/notesSlides/_rels/notesSlide4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6.xml"/><Relationship Id="rId1" Type="http://schemas.openxmlformats.org/officeDocument/2006/relationships/notesMaster" Target="../notesMasters/notesMaster1.xml"/></Relationships>
</file>

<file path=ppt/notesSlides/_rels/notesSlide4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7.xml"/><Relationship Id="rId1" Type="http://schemas.openxmlformats.org/officeDocument/2006/relationships/notesMaster" Target="../notesMasters/notesMaster1.xml"/></Relationships>
</file>

<file path=ppt/notesSlides/_rels/notesSlide4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8.xml"/><Relationship Id="rId1" Type="http://schemas.openxmlformats.org/officeDocument/2006/relationships/notesMaster" Target="../notesMasters/notesMaster1.xml"/></Relationships>
</file>

<file path=ppt/notesSlides/_rels/notesSlide4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9.xml"/><Relationship Id="rId1" Type="http://schemas.openxmlformats.org/officeDocument/2006/relationships/notesMaster" Target="../notesMasters/notesMaster1.xml"/></Relationships>
</file>

<file path=ppt/notesSlides/_rels/notesSlide5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0.xml"/><Relationship Id="rId1" Type="http://schemas.openxmlformats.org/officeDocument/2006/relationships/notesMaster" Target="../notesMasters/notesMaster1.xml"/></Relationships>
</file>

<file path=ppt/notesSlides/_rels/notesSlide5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1.xml"/><Relationship Id="rId1" Type="http://schemas.openxmlformats.org/officeDocument/2006/relationships/notesMaster" Target="../notesMasters/notesMaster1.xml"/></Relationships>
</file>

<file path=ppt/notesSlides/_rels/notesSlide5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2.xml"/><Relationship Id="rId1" Type="http://schemas.openxmlformats.org/officeDocument/2006/relationships/notesMaster" Target="../notesMasters/notesMaster1.xml"/></Relationships>
</file>

<file path=ppt/notesSlides/_rels/notesSlide5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3.xml"/><Relationship Id="rId1" Type="http://schemas.openxmlformats.org/officeDocument/2006/relationships/notesMaster" Target="../notesMasters/notesMaster1.xml"/></Relationships>
</file>

<file path=ppt/notesSlides/_rels/notesSlide5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4.xml"/><Relationship Id="rId1" Type="http://schemas.openxmlformats.org/officeDocument/2006/relationships/notesMaster" Target="../notesMasters/notesMaster1.xml"/></Relationships>
</file>

<file path=ppt/notesSlides/_rels/notesSlide5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5.xml"/><Relationship Id="rId1" Type="http://schemas.openxmlformats.org/officeDocument/2006/relationships/notesMaster" Target="../notesMasters/notesMaster1.xml"/></Relationships>
</file>

<file path=ppt/notesSlides/_rels/notesSlide5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6.xml"/><Relationship Id="rId1" Type="http://schemas.openxmlformats.org/officeDocument/2006/relationships/notesMaster" Target="../notesMasters/notesMaster1.xml"/></Relationships>
</file>

<file path=ppt/notesSlides/_rels/notesSlide5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7.xml"/><Relationship Id="rId1" Type="http://schemas.openxmlformats.org/officeDocument/2006/relationships/notesMaster" Target="../notesMasters/notesMaster1.xml"/></Relationships>
</file>

<file path=ppt/notesSlides/_rels/notesSlide5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8.xml"/><Relationship Id="rId1" Type="http://schemas.openxmlformats.org/officeDocument/2006/relationships/notesMaster" Target="../notesMasters/notesMaster1.xml"/></Relationships>
</file>

<file path=ppt/notesSlides/_rels/notesSlide5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9.xml"/><Relationship Id="rId1" Type="http://schemas.openxmlformats.org/officeDocument/2006/relationships/notesMaster" Target="../notesMasters/notesMaster1.xml"/></Relationships>
</file>

<file path=ppt/notesSlides/_rels/notesSlide6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0.xml"/><Relationship Id="rId1" Type="http://schemas.openxmlformats.org/officeDocument/2006/relationships/notesMaster" Target="../notesMasters/notesMaster1.xml"/></Relationships>
</file>

<file path=ppt/notesSlides/_rels/notesSlide6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1.xml"/><Relationship Id="rId1" Type="http://schemas.openxmlformats.org/officeDocument/2006/relationships/notesMaster" Target="../notesMasters/notesMaster1.xml"/></Relationships>
</file>

<file path=ppt/notesSlides/_rels/notesSlide6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2.xml"/><Relationship Id="rId1" Type="http://schemas.openxmlformats.org/officeDocument/2006/relationships/notesMaster" Target="../notesMasters/notesMaster1.xml"/></Relationships>
</file>

<file path=ppt/notesSlides/_rels/notesSlide6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3.xml"/><Relationship Id="rId1" Type="http://schemas.openxmlformats.org/officeDocument/2006/relationships/notesMaster" Target="../notesMasters/notesMaster1.xml"/></Relationships>
</file>

<file path=ppt/notesSlides/_rels/notesSlide6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4.xml"/><Relationship Id="rId1" Type="http://schemas.openxmlformats.org/officeDocument/2006/relationships/notesMaster" Target="../notesMasters/notesMaster1.xml"/></Relationships>
</file>

<file path=ppt/notesSlides/_rels/notesSlide6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5.xml"/><Relationship Id="rId1" Type="http://schemas.openxmlformats.org/officeDocument/2006/relationships/notesMaster" Target="../notesMasters/notesMaster1.xml"/></Relationships>
</file>

<file path=ppt/notesSlides/_rels/notesSlide6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6.xml"/><Relationship Id="rId1" Type="http://schemas.openxmlformats.org/officeDocument/2006/relationships/notesMaster" Target="../notesMasters/notesMaster1.xml"/></Relationships>
</file>

<file path=ppt/notesSlides/_rels/notesSlide6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7.xml"/><Relationship Id="rId1" Type="http://schemas.openxmlformats.org/officeDocument/2006/relationships/notesMaster" Target="../notesMasters/notesMaster1.xml"/></Relationships>
</file>

<file path=ppt/notesSlides/_rels/notesSlide6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8.xml"/><Relationship Id="rId1" Type="http://schemas.openxmlformats.org/officeDocument/2006/relationships/notesMaster" Target="../notesMasters/notesMaster1.xml"/></Relationships>
</file>

<file path=ppt/notesSlides/_rels/notesSlide6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9.xml"/><Relationship Id="rId1" Type="http://schemas.openxmlformats.org/officeDocument/2006/relationships/notesMaster" Target="../notesMasters/notesMaster1.xml"/></Relationships>
</file>

<file path=ppt/notesSlides/_rels/notesSlide7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0.xml"/><Relationship Id="rId1" Type="http://schemas.openxmlformats.org/officeDocument/2006/relationships/notesMaster" Target="../notesMasters/notesMaster1.xml"/></Relationships>
</file>

<file path=ppt/notesSlides/_rels/notesSlide7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1.xml"/><Relationship Id="rId1" Type="http://schemas.openxmlformats.org/officeDocument/2006/relationships/notesMaster" Target="../notesMasters/notesMaster1.xml"/></Relationships>
</file>

<file path=ppt/notesSlides/_rels/notesSlide7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Google Shape;102;g11ff16f8fc2_0_22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3" name="Google Shape;103;g11ff16f8fc2_0_2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4" name="Google Shape;104;g11ff16f8fc2_0_22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AU"/>
              <a:t>1</a:t>
            </a:fld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" name="Google Shape;126;g11ff16f8fc2_0_30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7" name="Google Shape;127;g11ff16f8fc2_0_3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28" name="Google Shape;128;g11ff16f8fc2_0_30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AU"/>
              <a:t>2</a:t>
            </a:fld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5" name="Google Shape;135;p5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36" name="Google Shape;136;p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37" name="Google Shape;137;p5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AU"/>
              <a:t>3</a:t>
            </a:fld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" name="Google Shape;143;p6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44" name="Google Shape;144;p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45" name="Google Shape;145;p6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AU"/>
              <a:t>4</a:t>
            </a:fld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1" name="Google Shape;151;p7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52" name="Google Shape;152;p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53" name="Google Shape;153;p7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AU"/>
              <a:t>5</a:t>
            </a:fld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9" name="Google Shape;159;p8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60" name="Google Shape;160;p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None/>
            </a:pPr>
            <a:endParaRPr/>
          </a:p>
        </p:txBody>
      </p:sp>
      <p:sp>
        <p:nvSpPr>
          <p:cNvPr id="161" name="Google Shape;161;p8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AU"/>
              <a:t>6</a:t>
            </a:fld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8" name="Google Shape;168;p9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69" name="Google Shape;169;p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None/>
            </a:pPr>
            <a:endParaRPr/>
          </a:p>
        </p:txBody>
      </p:sp>
      <p:sp>
        <p:nvSpPr>
          <p:cNvPr id="170" name="Google Shape;170;p9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AU"/>
              <a:t>7</a:t>
            </a:fld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6" name="Google Shape;176;p10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77" name="Google Shape;177;p1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78" name="Google Shape;178;p10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AU"/>
              <a:t>8</a:t>
            </a:fld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" name="Google Shape;184;p11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85" name="Google Shape;185;p1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457200" lvl="1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86" name="Google Shape;186;p11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AU"/>
              <a:t>9</a:t>
            </a:fld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2" name="Google Shape;192;p12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93" name="Google Shape;193;p1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94" name="Google Shape;194;p12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AU"/>
              <a:t>10</a:t>
            </a:fld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0" name="Google Shape;200;p13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201" name="Google Shape;201;p1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02" name="Google Shape;202;p13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AU"/>
              <a:t>11</a:t>
            </a:fld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8" name="Google Shape;208;p14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209" name="Google Shape;209;p1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10" name="Google Shape;210;p14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AU"/>
              <a:t>12</a:t>
            </a:fld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6" name="Google Shape;216;p15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217" name="Google Shape;217;p1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18" name="Google Shape;218;p15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AU"/>
              <a:t>13</a:t>
            </a:fld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6" name="Google Shape;226;g135a5d1461e_0_1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27" name="Google Shape;227;g135a5d1461e_0_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28" name="Google Shape;228;g135a5d1461e_0_1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AU"/>
              <a:t>14</a:t>
            </a:fld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4" name="Google Shape;234;p16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235" name="Google Shape;235;p1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36" name="Google Shape;236;p16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AU"/>
              <a:t>15</a:t>
            </a:fld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4" name="Google Shape;244;p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245" name="Google Shape;245;p1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46" name="Google Shape;246;p17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AU"/>
              <a:t>16</a:t>
            </a:fld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2" name="Google Shape;252;p18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253" name="Google Shape;253;p1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54" name="Google Shape;254;p18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AU"/>
              <a:t>17</a:t>
            </a:fld>
            <a:endParaRPr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0" name="Google Shape;260;p19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261" name="Google Shape;261;p1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62" name="Google Shape;262;p19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AU"/>
              <a:t>18</a:t>
            </a:fld>
            <a:endParaRPr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8" name="Google Shape;268;p20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269" name="Google Shape;269;p2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0" name="Google Shape;270;p20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AU"/>
              <a:t>19</a:t>
            </a:fld>
            <a:endParaRPr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7" name="Google Shape;277;p21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278" name="Google Shape;278;p2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9" name="Google Shape;279;p21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AU"/>
              <a:t>20</a:t>
            </a:fld>
            <a:endParaRPr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8" name="Google Shape;288;p22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289" name="Google Shape;289;p2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90" name="Google Shape;290;p22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AU"/>
              <a:t>21</a:t>
            </a:fld>
            <a:endParaRPr/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6" name="Google Shape;296;p23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297" name="Google Shape;297;p2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98" name="Google Shape;298;p23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AU"/>
              <a:t>22</a:t>
            </a:fld>
            <a:endParaRPr/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5" name="Google Shape;305;p24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306" name="Google Shape;306;p2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None/>
            </a:pPr>
            <a:endParaRPr/>
          </a:p>
        </p:txBody>
      </p:sp>
      <p:sp>
        <p:nvSpPr>
          <p:cNvPr id="307" name="Google Shape;307;p24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AU"/>
              <a:t>23</a:t>
            </a:fld>
            <a:endParaRPr/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3" name="Google Shape;313;p25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314" name="Google Shape;314;p2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15" name="Google Shape;315;p25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AU"/>
              <a:t>24</a:t>
            </a:fld>
            <a:endParaRPr/>
          </a:p>
        </p:txBody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2" name="Google Shape;322;p26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323" name="Google Shape;323;p2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24" name="Google Shape;324;p26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AU"/>
              <a:t>25</a:t>
            </a:fld>
            <a:endParaRPr/>
          </a:p>
        </p:txBody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2" name="Google Shape;332;p2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33" name="Google Shape;333;p27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0" name="Google Shape;340;p28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341" name="Google Shape;341;p2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42" name="Google Shape;342;p28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AU"/>
              <a:t>27</a:t>
            </a:fld>
            <a:endParaRPr/>
          </a:p>
        </p:txBody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9" name="Google Shape;349;p29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350" name="Google Shape;350;p2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51" name="Google Shape;351;p29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AU"/>
              <a:t>28</a:t>
            </a:fld>
            <a:endParaRPr/>
          </a:p>
        </p:txBody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8" name="Google Shape;358;p30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359" name="Google Shape;359;p3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None/>
            </a:pPr>
            <a:endParaRPr/>
          </a:p>
        </p:txBody>
      </p:sp>
      <p:sp>
        <p:nvSpPr>
          <p:cNvPr id="360" name="Google Shape;360;p30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AU"/>
              <a:t>29</a:t>
            </a:fld>
            <a:endParaRPr/>
          </a:p>
        </p:txBody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8" name="Google Shape;368;p31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369" name="Google Shape;369;p3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70" name="Google Shape;370;p31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AU"/>
              <a:t>30</a:t>
            </a:fld>
            <a:endParaRPr/>
          </a:p>
        </p:txBody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6" name="Google Shape;376;p3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77" name="Google Shape;377;p32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5" name="Google Shape;385;p3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86" name="Google Shape;386;p33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4" name="Google Shape;394;p3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95" name="Google Shape;395;p34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3" name="Google Shape;403;p35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04" name="Google Shape;404;p3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05" name="Google Shape;405;p35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AU"/>
              <a:t>34</a:t>
            </a:fld>
            <a:endParaRPr/>
          </a:p>
        </p:txBody>
      </p:sp>
    </p:spTree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3" name="Google Shape;413;p36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14" name="Google Shape;414;p3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15" name="Google Shape;415;p36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AU"/>
              <a:t>35</a:t>
            </a:fld>
            <a:endParaRPr/>
          </a:p>
        </p:txBody>
      </p:sp>
    </p:spTree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1" name="Google Shape;421;p37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22" name="Google Shape;422;p3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23" name="Google Shape;423;p37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AU"/>
              <a:t>36</a:t>
            </a:fld>
            <a:endParaRPr/>
          </a:p>
        </p:txBody>
      </p:sp>
    </p:spTree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1" name="Google Shape;431;p3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32" name="Google Shape;432;p38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0" name="Google Shape;440;p39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41" name="Google Shape;441;p3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42" name="Google Shape;442;p39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AU"/>
              <a:t>38</a:t>
            </a:fld>
            <a:endParaRPr/>
          </a:p>
        </p:txBody>
      </p:sp>
    </p:spTree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1" name="Google Shape;451;p4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52" name="Google Shape;452;p40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8" name="Google Shape;458;p41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59" name="Google Shape;459;p4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60" name="Google Shape;460;p41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AU"/>
              <a:t>40</a:t>
            </a:fld>
            <a:endParaRPr/>
          </a:p>
        </p:txBody>
      </p:sp>
    </p:spTree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8" name="Google Shape;468;p4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69" name="Google Shape;469;p42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5" name="Google Shape;475;p4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76" name="Google Shape;476;p43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6" name="Google Shape;486;p44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87" name="Google Shape;487;p4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88" name="Google Shape;488;p44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AU"/>
              <a:t>43</a:t>
            </a:fld>
            <a:endParaRPr/>
          </a:p>
        </p:txBody>
      </p:sp>
    </p:spTree>
  </p:cSld>
  <p:clrMapOvr>
    <a:masterClrMapping/>
  </p:clrMapOvr>
</p:notes>
</file>

<file path=ppt/notesSlides/notesSlide4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6" name="Google Shape;496;p4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97" name="Google Shape;497;p45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3" name="Google Shape;513;p47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514" name="Google Shape;514;p4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15" name="Google Shape;515;p47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AU"/>
              <a:t>45</a:t>
            </a:fld>
            <a:endParaRPr/>
          </a:p>
        </p:txBody>
      </p:sp>
    </p:spTree>
  </p:cSld>
  <p:clrMapOvr>
    <a:masterClrMapping/>
  </p:clrMapOvr>
</p:notes>
</file>

<file path=ppt/notesSlides/notesSlide4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2" name="Google Shape;522;p48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523" name="Google Shape;523;p4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24" name="Google Shape;524;p48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AU"/>
              <a:t>46</a:t>
            </a:fld>
            <a:endParaRPr/>
          </a:p>
        </p:txBody>
      </p:sp>
    </p:spTree>
  </p:cSld>
  <p:clrMapOvr>
    <a:masterClrMapping/>
  </p:clrMapOvr>
</p:notes>
</file>

<file path=ppt/notesSlides/notesSlide4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1" name="Google Shape;531;p49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532" name="Google Shape;532;p4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33" name="Google Shape;533;p49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AU"/>
              <a:t>47</a:t>
            </a:fld>
            <a:endParaRPr/>
          </a:p>
        </p:txBody>
      </p:sp>
    </p:spTree>
  </p:cSld>
  <p:clrMapOvr>
    <a:masterClrMapping/>
  </p:clrMapOvr>
</p:notes>
</file>

<file path=ppt/notesSlides/notesSlide4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0" name="Google Shape;540;p50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541" name="Google Shape;541;p5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42" name="Google Shape;542;p50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AU"/>
              <a:t>48</a:t>
            </a:fld>
            <a:endParaRPr/>
          </a:p>
        </p:txBody>
      </p:sp>
    </p:spTree>
  </p:cSld>
  <p:clrMapOvr>
    <a:masterClrMapping/>
  </p:clrMapOvr>
</p:notes>
</file>

<file path=ppt/notesSlides/notesSlide4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9" name="Google Shape;549;p5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50" name="Google Shape;550;p51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7" name="Google Shape;557;p52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558" name="Google Shape;558;p5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59" name="Google Shape;559;p52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AU"/>
              <a:t>50</a:t>
            </a:fld>
            <a:endParaRPr/>
          </a:p>
        </p:txBody>
      </p:sp>
    </p:spTree>
  </p:cSld>
  <p:clrMapOvr>
    <a:masterClrMapping/>
  </p:clrMapOvr>
</p:notes>
</file>

<file path=ppt/notesSlides/notesSlide5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6" name="Google Shape;566;p53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567" name="Google Shape;567;p5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68" name="Google Shape;568;p53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AU"/>
              <a:t>51</a:t>
            </a:fld>
            <a:endParaRPr/>
          </a:p>
        </p:txBody>
      </p:sp>
    </p:spTree>
  </p:cSld>
  <p:clrMapOvr>
    <a:masterClrMapping/>
  </p:clrMapOvr>
</p:notes>
</file>

<file path=ppt/notesSlides/notesSlide5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6" name="Google Shape;576;p5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77" name="Google Shape;577;p54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3" name="Google Shape;583;g245db1faaad_0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584" name="Google Shape;584;g245db1faaad_0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85" name="Google Shape;585;g245db1faaad_0_0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AU"/>
              <a:t>53</a:t>
            </a:fld>
            <a:endParaRPr/>
          </a:p>
        </p:txBody>
      </p:sp>
    </p:spTree>
  </p:cSld>
  <p:clrMapOvr>
    <a:masterClrMapping/>
  </p:clrMapOvr>
</p:notes>
</file>

<file path=ppt/notesSlides/notesSlide5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5" name="Google Shape;595;g245db1faaad_0_11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596" name="Google Shape;596;g245db1faaad_0_1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97" name="Google Shape;597;g245db1faaad_0_11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AU"/>
              <a:t>54</a:t>
            </a:fld>
            <a:endParaRPr/>
          </a:p>
        </p:txBody>
      </p:sp>
    </p:spTree>
  </p:cSld>
  <p:clrMapOvr>
    <a:masterClrMapping/>
  </p:clrMapOvr>
</p:notes>
</file>

<file path=ppt/notesSlides/notesSlide5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3" name="Google Shape;603;g245db1faaad_0_18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604" name="Google Shape;604;g245db1faaad_0_1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05" name="Google Shape;605;g245db1faaad_0_18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AU"/>
              <a:t>55</a:t>
            </a:fld>
            <a:endParaRPr/>
          </a:p>
        </p:txBody>
      </p:sp>
    </p:spTree>
  </p:cSld>
  <p:clrMapOvr>
    <a:masterClrMapping/>
  </p:clrMapOvr>
</p:notes>
</file>

<file path=ppt/notesSlides/notesSlide5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3" name="Google Shape;613;g245db1faaad_0_27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614" name="Google Shape;614;g245db1faaad_0_2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15" name="Google Shape;615;g245db1faaad_0_27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AU"/>
              <a:t>56</a:t>
            </a:fld>
            <a:endParaRPr/>
          </a:p>
        </p:txBody>
      </p:sp>
    </p:spTree>
  </p:cSld>
  <p:clrMapOvr>
    <a:masterClrMapping/>
  </p:clrMapOvr>
</p:notes>
</file>

<file path=ppt/notesSlides/notesSlide5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3" name="Google Shape;623;g245db1faaad_0_36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624" name="Google Shape;624;g245db1faaad_0_3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25" name="Google Shape;625;g245db1faaad_0_36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AU"/>
              <a:t>57</a:t>
            </a:fld>
            <a:endParaRPr/>
          </a:p>
        </p:txBody>
      </p:sp>
    </p:spTree>
  </p:cSld>
  <p:clrMapOvr>
    <a:masterClrMapping/>
  </p:clrMapOvr>
</p:notes>
</file>

<file path=ppt/notesSlides/notesSlide5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3" name="Google Shape;633;g245db1faaad_0_45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634" name="Google Shape;634;g245db1faaad_0_4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35" name="Google Shape;635;g245db1faaad_0_45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AU"/>
              <a:t>58</a:t>
            </a:fld>
            <a:endParaRPr/>
          </a:p>
        </p:txBody>
      </p:sp>
    </p:spTree>
  </p:cSld>
  <p:clrMapOvr>
    <a:masterClrMapping/>
  </p:clrMapOvr>
</p:notes>
</file>

<file path=ppt/notesSlides/notesSlide5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2" name="Google Shape;642;g245db1faaad_0_53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643" name="Google Shape;643;g245db1faaad_0_5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44" name="Google Shape;644;g245db1faaad_0_53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AU"/>
              <a:t>59</a:t>
            </a:fld>
            <a:endParaRPr/>
          </a:p>
        </p:txBody>
      </p:sp>
    </p:spTree>
  </p:cSld>
  <p:clrMapOvr>
    <a:masterClrMapping/>
  </p:clrMapOvr>
</p:notes>
</file>

<file path=ppt/notesSlides/notesSlide6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0" name="Google Shape;650;g245db1faaad_0_60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651" name="Google Shape;651;g245db1faaad_0_6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52" name="Google Shape;652;g245db1faaad_0_60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AU"/>
              <a:t>60</a:t>
            </a:fld>
            <a:endParaRPr/>
          </a:p>
        </p:txBody>
      </p:sp>
    </p:spTree>
  </p:cSld>
  <p:clrMapOvr>
    <a:masterClrMapping/>
  </p:clrMapOvr>
</p:notes>
</file>

<file path=ppt/notesSlides/notesSlide6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9" name="Google Shape;659;g245db1faaad_0_68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660" name="Google Shape;660;g245db1faaad_0_6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61" name="Google Shape;661;g245db1faaad_0_68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AU"/>
              <a:t>61</a:t>
            </a:fld>
            <a:endParaRPr/>
          </a:p>
        </p:txBody>
      </p:sp>
    </p:spTree>
  </p:cSld>
  <p:clrMapOvr>
    <a:masterClrMapping/>
  </p:clrMapOvr>
</p:notes>
</file>

<file path=ppt/notesSlides/notesSlide6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9" name="Google Shape;669;g245db1faaad_0_7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70" name="Google Shape;670;g245db1faaad_0_77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8" name="Google Shape;678;g245db1faaad_0_85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679" name="Google Shape;679;g245db1faaad_0_8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80" name="Google Shape;680;g245db1faaad_0_85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AU"/>
              <a:t>63</a:t>
            </a:fld>
            <a:endParaRPr/>
          </a:p>
        </p:txBody>
      </p:sp>
    </p:spTree>
  </p:cSld>
  <p:clrMapOvr>
    <a:masterClrMapping/>
  </p:clrMapOvr>
</p:notes>
</file>

<file path=ppt/notesSlides/notesSlide6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7" name="Google Shape;687;g245db1faaad_0_93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688" name="Google Shape;688;g245db1faaad_0_9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None/>
            </a:pPr>
            <a:endParaRPr/>
          </a:p>
        </p:txBody>
      </p:sp>
      <p:sp>
        <p:nvSpPr>
          <p:cNvPr id="689" name="Google Shape;689;g245db1faaad_0_93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AU"/>
              <a:t>64</a:t>
            </a:fld>
            <a:endParaRPr/>
          </a:p>
        </p:txBody>
      </p:sp>
    </p:spTree>
  </p:cSld>
  <p:clrMapOvr>
    <a:masterClrMapping/>
  </p:clrMapOvr>
</p:notes>
</file>

<file path=ppt/notesSlides/notesSlide6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7" name="Google Shape;697;g245db1faaad_0_102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698" name="Google Shape;698;g245db1faaad_0_10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99" name="Google Shape;699;g245db1faaad_0_102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AU"/>
              <a:t>65</a:t>
            </a:fld>
            <a:endParaRPr/>
          </a:p>
        </p:txBody>
      </p:sp>
    </p:spTree>
  </p:cSld>
  <p:clrMapOvr>
    <a:masterClrMapping/>
  </p:clrMapOvr>
</p:notes>
</file>

<file path=ppt/notesSlides/notesSlide6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7" name="Google Shape;707;g245db1faaad_0_111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708" name="Google Shape;708;g245db1faaad_0_11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09" name="Google Shape;709;g245db1faaad_0_111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AU"/>
              <a:t>66</a:t>
            </a:fld>
            <a:endParaRPr/>
          </a:p>
        </p:txBody>
      </p:sp>
    </p:spTree>
  </p:cSld>
  <p:clrMapOvr>
    <a:masterClrMapping/>
  </p:clrMapOvr>
</p:notes>
</file>

<file path=ppt/notesSlides/notesSlide6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5" name="Google Shape;715;g245db1faaad_0_11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16" name="Google Shape;716;g245db1faaad_0_118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2" name="Google Shape;722;g245db1faaad_0_124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723" name="Google Shape;723;g245db1faaad_0_12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24" name="Google Shape;724;g245db1faaad_0_124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AU"/>
              <a:t>68</a:t>
            </a:fld>
            <a:endParaRPr/>
          </a:p>
        </p:txBody>
      </p:sp>
    </p:spTree>
  </p:cSld>
  <p:clrMapOvr>
    <a:masterClrMapping/>
  </p:clrMapOvr>
</p:notes>
</file>

<file path=ppt/notesSlides/notesSlide6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2" name="Google Shape;732;g245db1faaad_0_13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33" name="Google Shape;733;g245db1faaad_0_133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1" name="Google Shape;741;g245db1faaad_0_141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742" name="Google Shape;742;g245db1faaad_0_14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43" name="Google Shape;743;g245db1faaad_0_141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AU"/>
              <a:t>70</a:t>
            </a:fld>
            <a:endParaRPr/>
          </a:p>
        </p:txBody>
      </p:sp>
    </p:spTree>
  </p:cSld>
  <p:clrMapOvr>
    <a:masterClrMapping/>
  </p:clrMapOvr>
</p:notes>
</file>

<file path=ppt/notesSlides/notesSlide7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1" name="Google Shape;751;g245db1faaad_0_150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752" name="Google Shape;752;g245db1faaad_0_15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53" name="Google Shape;753;g245db1faaad_0_150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AU"/>
              <a:t>71</a:t>
            </a:fld>
            <a:endParaRPr/>
          </a:p>
        </p:txBody>
      </p:sp>
    </p:spTree>
  </p:cSld>
  <p:clrMapOvr>
    <a:masterClrMapping/>
  </p:clrMapOvr>
</p:notes>
</file>

<file path=ppt/notesSlides/notesSlide7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9" name="Google Shape;759;g245db1faaad_0_157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760" name="Google Shape;760;g245db1faaad_0_15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61" name="Google Shape;761;g245db1faaad_0_157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AU"/>
              <a:t>72</a:t>
            </a:fld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matchingName="标题幻灯片" type="title">
  <p:cSld name="TITLE">
    <p:bg>
      <p:bgPr>
        <a:solidFill>
          <a:schemeClr val="lt1"/>
        </a:solidFill>
        <a:effectLst/>
      </p:bgPr>
    </p:bg>
    <p:spTree>
      <p:nvGrpSpPr>
        <p:cNvPr id="1" name="Shape 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Google Shape;19;p2"/>
          <p:cNvSpPr/>
          <p:nvPr/>
        </p:nvSpPr>
        <p:spPr>
          <a:xfrm>
            <a:off x="2382" y="6400800"/>
            <a:ext cx="9141619" cy="457200"/>
          </a:xfrm>
          <a:prstGeom prst="rect">
            <a:avLst/>
          </a:prstGeom>
          <a:solidFill>
            <a:srgbClr val="DC5E00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0" name="Google Shape;20;p2"/>
          <p:cNvSpPr txBox="1">
            <a:spLocks noGrp="1"/>
          </p:cNvSpPr>
          <p:nvPr>
            <p:ph type="ctrTitle"/>
          </p:nvPr>
        </p:nvSpPr>
        <p:spPr>
          <a:xfrm>
            <a:off x="822960" y="758952"/>
            <a:ext cx="7543800" cy="35661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rgbClr val="262626"/>
              </a:buClr>
              <a:buSzPts val="8000"/>
              <a:buFont typeface="Times New Roman"/>
              <a:buNone/>
              <a:defRPr sz="8000">
                <a:solidFill>
                  <a:srgbClr val="262626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1" name="Google Shape;21;p2"/>
          <p:cNvSpPr txBox="1">
            <a:spLocks noGrp="1"/>
          </p:cNvSpPr>
          <p:nvPr>
            <p:ph type="subTitle" idx="1"/>
          </p:nvPr>
        </p:nvSpPr>
        <p:spPr>
          <a:xfrm>
            <a:off x="825038" y="4455621"/>
            <a:ext cx="75438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SzPts val="2400"/>
              <a:buNone/>
              <a:defRPr sz="2400" cap="none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lvl="1" algn="ctr">
              <a:lnSpc>
                <a:spcPct val="90000"/>
              </a:lnSpc>
              <a:spcBef>
                <a:spcPts val="200"/>
              </a:spcBef>
              <a:spcAft>
                <a:spcPts val="0"/>
              </a:spcAft>
              <a:buSzPts val="2400"/>
              <a:buNone/>
              <a:defRPr sz="2400"/>
            </a:lvl2pPr>
            <a:lvl3pPr lvl="2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2400"/>
              <a:buNone/>
              <a:defRPr sz="2400"/>
            </a:lvl3pPr>
            <a:lvl4pPr lvl="3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2000"/>
              <a:buNone/>
              <a:defRPr sz="2000"/>
            </a:lvl4pPr>
            <a:lvl5pPr lvl="4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2000"/>
              <a:buNone/>
              <a:defRPr sz="2000"/>
            </a:lvl5pPr>
            <a:lvl6pPr lvl="5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2000"/>
              <a:buNone/>
              <a:defRPr sz="2000"/>
            </a:lvl6pPr>
            <a:lvl7pPr lvl="6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2000"/>
              <a:buNone/>
              <a:defRPr sz="2000"/>
            </a:lvl7pPr>
            <a:lvl8pPr lvl="7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2000"/>
              <a:buNone/>
              <a:defRPr sz="2000"/>
            </a:lvl8pPr>
            <a:lvl9pPr lvl="8" algn="ctr">
              <a:lnSpc>
                <a:spcPct val="90000"/>
              </a:lnSpc>
              <a:spcBef>
                <a:spcPts val="400"/>
              </a:spcBef>
              <a:spcAft>
                <a:spcPts val="400"/>
              </a:spcAft>
              <a:buSzPts val="2000"/>
              <a:buNone/>
              <a:defRPr sz="2000"/>
            </a:lvl9pPr>
          </a:lstStyle>
          <a:p>
            <a:endParaRPr/>
          </a:p>
        </p:txBody>
      </p:sp>
      <p:sp>
        <p:nvSpPr>
          <p:cNvPr id="22" name="Google Shape;22;p2"/>
          <p:cNvSpPr txBox="1">
            <a:spLocks noGrp="1"/>
          </p:cNvSpPr>
          <p:nvPr>
            <p:ph type="dt" idx="10"/>
          </p:nvPr>
        </p:nvSpPr>
        <p:spPr>
          <a:xfrm>
            <a:off x="822961" y="6459786"/>
            <a:ext cx="1854203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3" name="Google Shape;23;p2"/>
          <p:cNvSpPr txBox="1">
            <a:spLocks noGrp="1"/>
          </p:cNvSpPr>
          <p:nvPr>
            <p:ph type="ftr" idx="11"/>
          </p:nvPr>
        </p:nvSpPr>
        <p:spPr>
          <a:xfrm>
            <a:off x="2764639" y="6459786"/>
            <a:ext cx="3617103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4" name="Google Shape;24;p2"/>
          <p:cNvSpPr txBox="1">
            <a:spLocks noGrp="1"/>
          </p:cNvSpPr>
          <p:nvPr>
            <p:ph type="sldNum" idx="12"/>
          </p:nvPr>
        </p:nvSpPr>
        <p:spPr>
          <a:xfrm>
            <a:off x="7425344" y="6459786"/>
            <a:ext cx="984019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AU"/>
              <a:t>‹#›</a:t>
            </a:fld>
            <a:endParaRPr/>
          </a:p>
        </p:txBody>
      </p:sp>
      <p:cxnSp>
        <p:nvCxnSpPr>
          <p:cNvPr id="25" name="Google Shape;25;p2"/>
          <p:cNvCxnSpPr/>
          <p:nvPr/>
        </p:nvCxnSpPr>
        <p:spPr>
          <a:xfrm>
            <a:off x="905744" y="4343400"/>
            <a:ext cx="7406640" cy="0"/>
          </a:xfrm>
          <a:prstGeom prst="straightConnector1">
            <a:avLst/>
          </a:prstGeom>
          <a:noFill/>
          <a:ln w="9525" cap="flat" cmpd="sng">
            <a:solidFill>
              <a:srgbClr val="7F7F7F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26" name="Google Shape;26;p2"/>
          <p:cNvSpPr/>
          <p:nvPr/>
        </p:nvSpPr>
        <p:spPr>
          <a:xfrm>
            <a:off x="0" y="6334315"/>
            <a:ext cx="9144001" cy="65999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标题和内容" type="obj">
  <p:cSld name="OBJECT">
    <p:spTree>
      <p:nvGrpSpPr>
        <p:cNvPr id="1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3"/>
          <p:cNvSpPr txBox="1">
            <a:spLocks noGrp="1"/>
          </p:cNvSpPr>
          <p:nvPr>
            <p:ph type="title"/>
          </p:nvPr>
        </p:nvSpPr>
        <p:spPr>
          <a:xfrm>
            <a:off x="822960" y="286605"/>
            <a:ext cx="7543800" cy="70399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rgbClr val="3F3F3F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9" name="Google Shape;29;p3"/>
          <p:cNvSpPr txBox="1">
            <a:spLocks noGrp="1"/>
          </p:cNvSpPr>
          <p:nvPr>
            <p:ph type="body" idx="1"/>
          </p:nvPr>
        </p:nvSpPr>
        <p:spPr>
          <a:xfrm>
            <a:off x="822959" y="1143000"/>
            <a:ext cx="7543801" cy="472609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0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SzPts val="1800"/>
              <a:buChar char=" "/>
              <a:defRPr/>
            </a:lvl1pPr>
            <a:lvl2pPr marL="914400" lvl="1" indent="-342900" algn="l">
              <a:lnSpc>
                <a:spcPct val="90000"/>
              </a:lnSpc>
              <a:spcBef>
                <a:spcPts val="200"/>
              </a:spcBef>
              <a:spcAft>
                <a:spcPts val="0"/>
              </a:spcAft>
              <a:buSzPts val="1800"/>
              <a:buChar char="◦"/>
              <a:defRPr/>
            </a:lvl2pPr>
            <a:lvl3pPr marL="1371600" lvl="2" indent="-3429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◦"/>
              <a:defRPr/>
            </a:lvl3pPr>
            <a:lvl4pPr marL="1828800" lvl="3" indent="-3429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◦"/>
              <a:defRPr/>
            </a:lvl4pPr>
            <a:lvl5pPr marL="2286000" lvl="4" indent="-3429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◦"/>
              <a:defRPr/>
            </a:lvl5pPr>
            <a:lvl6pPr marL="2743200" lvl="5" indent="-3429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◦"/>
              <a:defRPr/>
            </a:lvl6pPr>
            <a:lvl7pPr marL="3200400" lvl="6" indent="-3429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◦"/>
              <a:defRPr/>
            </a:lvl7pPr>
            <a:lvl8pPr marL="3657600" lvl="7" indent="-3429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◦"/>
              <a:defRPr/>
            </a:lvl8pPr>
            <a:lvl9pPr marL="4114800" lvl="8" indent="-342900" algn="l">
              <a:lnSpc>
                <a:spcPct val="90000"/>
              </a:lnSpc>
              <a:spcBef>
                <a:spcPts val="400"/>
              </a:spcBef>
              <a:spcAft>
                <a:spcPts val="400"/>
              </a:spcAft>
              <a:buSzPts val="1800"/>
              <a:buChar char="◦"/>
              <a:defRPr/>
            </a:lvl9pPr>
          </a:lstStyle>
          <a:p>
            <a:endParaRPr/>
          </a:p>
        </p:txBody>
      </p:sp>
      <p:sp>
        <p:nvSpPr>
          <p:cNvPr id="30" name="Google Shape;30;p3"/>
          <p:cNvSpPr txBox="1">
            <a:spLocks noGrp="1"/>
          </p:cNvSpPr>
          <p:nvPr>
            <p:ph type="dt" idx="10"/>
          </p:nvPr>
        </p:nvSpPr>
        <p:spPr>
          <a:xfrm>
            <a:off x="822961" y="6459786"/>
            <a:ext cx="1854203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1" name="Google Shape;31;p3"/>
          <p:cNvSpPr txBox="1">
            <a:spLocks noGrp="1"/>
          </p:cNvSpPr>
          <p:nvPr>
            <p:ph type="ftr" idx="11"/>
          </p:nvPr>
        </p:nvSpPr>
        <p:spPr>
          <a:xfrm>
            <a:off x="2764639" y="6459786"/>
            <a:ext cx="3617103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2" name="Google Shape;32;p3"/>
          <p:cNvSpPr txBox="1">
            <a:spLocks noGrp="1"/>
          </p:cNvSpPr>
          <p:nvPr>
            <p:ph type="sldNum" idx="12"/>
          </p:nvPr>
        </p:nvSpPr>
        <p:spPr>
          <a:xfrm>
            <a:off x="7425344" y="6459786"/>
            <a:ext cx="984019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A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matchingName="节标题" type="secHead">
  <p:cSld name="SECTION_HEADER">
    <p:bg>
      <p:bgPr>
        <a:solidFill>
          <a:schemeClr val="lt1"/>
        </a:solidFill>
        <a:effectLst/>
      </p:bgPr>
    </p:bg>
    <p:spTree>
      <p:nvGrpSpPr>
        <p:cNvPr id="1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4"/>
          <p:cNvSpPr/>
          <p:nvPr/>
        </p:nvSpPr>
        <p:spPr>
          <a:xfrm>
            <a:off x="2382" y="6400800"/>
            <a:ext cx="9141619" cy="457200"/>
          </a:xfrm>
          <a:prstGeom prst="rect">
            <a:avLst/>
          </a:prstGeom>
          <a:solidFill>
            <a:srgbClr val="DC5E00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5" name="Google Shape;35;p4"/>
          <p:cNvSpPr txBox="1">
            <a:spLocks noGrp="1"/>
          </p:cNvSpPr>
          <p:nvPr>
            <p:ph type="title"/>
          </p:nvPr>
        </p:nvSpPr>
        <p:spPr>
          <a:xfrm>
            <a:off x="822960" y="758952"/>
            <a:ext cx="7543800" cy="35661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rgbClr val="262626"/>
              </a:buClr>
              <a:buSzPts val="8000"/>
              <a:buFont typeface="Times New Roman"/>
              <a:buNone/>
              <a:defRPr sz="8000" b="0">
                <a:solidFill>
                  <a:srgbClr val="262626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6" name="Google Shape;36;p4"/>
          <p:cNvSpPr txBox="1">
            <a:spLocks noGrp="1"/>
          </p:cNvSpPr>
          <p:nvPr>
            <p:ph type="body" idx="1"/>
          </p:nvPr>
        </p:nvSpPr>
        <p:spPr>
          <a:xfrm>
            <a:off x="822960" y="4453128"/>
            <a:ext cx="75438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SzPts val="2400"/>
              <a:buNone/>
              <a:defRPr sz="2400" cap="none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marL="914400" lvl="1" indent="-228600" algn="l">
              <a:lnSpc>
                <a:spcPct val="90000"/>
              </a:lnSpc>
              <a:spcBef>
                <a:spcPts val="200"/>
              </a:spcBef>
              <a:spcAft>
                <a:spcPts val="0"/>
              </a:spcAft>
              <a:buSzPts val="1800"/>
              <a:buNone/>
              <a:defRPr sz="1800">
                <a:solidFill>
                  <a:srgbClr val="888888"/>
                </a:solidFill>
              </a:defRPr>
            </a:lvl2pPr>
            <a:lvl3pPr marL="1371600" lvl="2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600"/>
              <a:buNone/>
              <a:defRPr sz="1600">
                <a:solidFill>
                  <a:srgbClr val="888888"/>
                </a:solidFill>
              </a:defRPr>
            </a:lvl3pPr>
            <a:lvl4pPr marL="1828800" lvl="3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400"/>
              <a:buNone/>
              <a:defRPr sz="1400">
                <a:solidFill>
                  <a:srgbClr val="888888"/>
                </a:solidFill>
              </a:defRPr>
            </a:lvl4pPr>
            <a:lvl5pPr marL="2286000" lvl="4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400"/>
              <a:buNone/>
              <a:defRPr sz="1400">
                <a:solidFill>
                  <a:srgbClr val="888888"/>
                </a:solidFill>
              </a:defRPr>
            </a:lvl5pPr>
            <a:lvl6pPr marL="2743200" lvl="5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400"/>
              <a:buNone/>
              <a:defRPr sz="1400">
                <a:solidFill>
                  <a:srgbClr val="888888"/>
                </a:solidFill>
              </a:defRPr>
            </a:lvl6pPr>
            <a:lvl7pPr marL="3200400" lvl="6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400"/>
              <a:buNone/>
              <a:defRPr sz="1400">
                <a:solidFill>
                  <a:srgbClr val="888888"/>
                </a:solidFill>
              </a:defRPr>
            </a:lvl7pPr>
            <a:lvl8pPr marL="3657600" lvl="7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400"/>
              <a:buNone/>
              <a:defRPr sz="1400">
                <a:solidFill>
                  <a:srgbClr val="888888"/>
                </a:solidFill>
              </a:defRPr>
            </a:lvl8pPr>
            <a:lvl9pPr marL="4114800" lvl="8" indent="-228600" algn="l">
              <a:lnSpc>
                <a:spcPct val="90000"/>
              </a:lnSpc>
              <a:spcBef>
                <a:spcPts val="400"/>
              </a:spcBef>
              <a:spcAft>
                <a:spcPts val="400"/>
              </a:spcAft>
              <a:buSzPts val="1400"/>
              <a:buNone/>
              <a:defRPr sz="1400"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37" name="Google Shape;37;p4"/>
          <p:cNvSpPr txBox="1">
            <a:spLocks noGrp="1"/>
          </p:cNvSpPr>
          <p:nvPr>
            <p:ph type="dt" idx="10"/>
          </p:nvPr>
        </p:nvSpPr>
        <p:spPr>
          <a:xfrm>
            <a:off x="822961" y="6459786"/>
            <a:ext cx="1854203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8" name="Google Shape;38;p4"/>
          <p:cNvSpPr txBox="1">
            <a:spLocks noGrp="1"/>
          </p:cNvSpPr>
          <p:nvPr>
            <p:ph type="ftr" idx="11"/>
          </p:nvPr>
        </p:nvSpPr>
        <p:spPr>
          <a:xfrm>
            <a:off x="2764639" y="6459786"/>
            <a:ext cx="3617103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9" name="Google Shape;39;p4"/>
          <p:cNvSpPr txBox="1">
            <a:spLocks noGrp="1"/>
          </p:cNvSpPr>
          <p:nvPr>
            <p:ph type="sldNum" idx="12"/>
          </p:nvPr>
        </p:nvSpPr>
        <p:spPr>
          <a:xfrm>
            <a:off x="7425344" y="6459786"/>
            <a:ext cx="984019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AU"/>
              <a:t>‹#›</a:t>
            </a:fld>
            <a:endParaRPr/>
          </a:p>
        </p:txBody>
      </p:sp>
      <p:cxnSp>
        <p:nvCxnSpPr>
          <p:cNvPr id="40" name="Google Shape;40;p4"/>
          <p:cNvCxnSpPr/>
          <p:nvPr/>
        </p:nvCxnSpPr>
        <p:spPr>
          <a:xfrm>
            <a:off x="905744" y="4343400"/>
            <a:ext cx="7406640" cy="0"/>
          </a:xfrm>
          <a:prstGeom prst="straightConnector1">
            <a:avLst/>
          </a:prstGeom>
          <a:noFill/>
          <a:ln w="9525" cap="flat" cmpd="sng">
            <a:solidFill>
              <a:srgbClr val="7F7F7F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41" name="Google Shape;41;p4"/>
          <p:cNvSpPr/>
          <p:nvPr/>
        </p:nvSpPr>
        <p:spPr>
          <a:xfrm>
            <a:off x="0" y="6334315"/>
            <a:ext cx="9144001" cy="65999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两栏内容" type="twoObj">
  <p:cSld name="TWO_OBJECTS">
    <p:spTree>
      <p:nvGrpSpPr>
        <p:cNvPr id="1" name="Shape 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" name="Google Shape;43;p5"/>
          <p:cNvSpPr txBox="1">
            <a:spLocks noGrp="1"/>
          </p:cNvSpPr>
          <p:nvPr>
            <p:ph type="title"/>
          </p:nvPr>
        </p:nvSpPr>
        <p:spPr>
          <a:xfrm>
            <a:off x="822960" y="286604"/>
            <a:ext cx="7543800" cy="145075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rgbClr val="3F3F3F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4" name="Google Shape;44;p5"/>
          <p:cNvSpPr txBox="1">
            <a:spLocks noGrp="1"/>
          </p:cNvSpPr>
          <p:nvPr>
            <p:ph type="body" idx="1"/>
          </p:nvPr>
        </p:nvSpPr>
        <p:spPr>
          <a:xfrm>
            <a:off x="822960" y="1845734"/>
            <a:ext cx="3703320" cy="40233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0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SzPts val="1800"/>
              <a:buChar char=" "/>
              <a:defRPr/>
            </a:lvl1pPr>
            <a:lvl2pPr marL="914400" lvl="1" indent="-342900" algn="l">
              <a:lnSpc>
                <a:spcPct val="90000"/>
              </a:lnSpc>
              <a:spcBef>
                <a:spcPts val="200"/>
              </a:spcBef>
              <a:spcAft>
                <a:spcPts val="0"/>
              </a:spcAft>
              <a:buSzPts val="1800"/>
              <a:buChar char="◦"/>
              <a:defRPr/>
            </a:lvl2pPr>
            <a:lvl3pPr marL="1371600" lvl="2" indent="-3429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◦"/>
              <a:defRPr/>
            </a:lvl3pPr>
            <a:lvl4pPr marL="1828800" lvl="3" indent="-3429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◦"/>
              <a:defRPr/>
            </a:lvl4pPr>
            <a:lvl5pPr marL="2286000" lvl="4" indent="-3429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◦"/>
              <a:defRPr/>
            </a:lvl5pPr>
            <a:lvl6pPr marL="2743200" lvl="5" indent="-3429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◦"/>
              <a:defRPr/>
            </a:lvl6pPr>
            <a:lvl7pPr marL="3200400" lvl="6" indent="-3429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◦"/>
              <a:defRPr/>
            </a:lvl7pPr>
            <a:lvl8pPr marL="3657600" lvl="7" indent="-3429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◦"/>
              <a:defRPr/>
            </a:lvl8pPr>
            <a:lvl9pPr marL="4114800" lvl="8" indent="-342900" algn="l">
              <a:lnSpc>
                <a:spcPct val="90000"/>
              </a:lnSpc>
              <a:spcBef>
                <a:spcPts val="400"/>
              </a:spcBef>
              <a:spcAft>
                <a:spcPts val="400"/>
              </a:spcAft>
              <a:buSzPts val="1800"/>
              <a:buChar char="◦"/>
              <a:defRPr/>
            </a:lvl9pPr>
          </a:lstStyle>
          <a:p>
            <a:endParaRPr/>
          </a:p>
        </p:txBody>
      </p:sp>
      <p:sp>
        <p:nvSpPr>
          <p:cNvPr id="45" name="Google Shape;45;p5"/>
          <p:cNvSpPr txBox="1">
            <a:spLocks noGrp="1"/>
          </p:cNvSpPr>
          <p:nvPr>
            <p:ph type="body" idx="2"/>
          </p:nvPr>
        </p:nvSpPr>
        <p:spPr>
          <a:xfrm>
            <a:off x="4663440" y="1845735"/>
            <a:ext cx="3703320" cy="40233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0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SzPts val="1800"/>
              <a:buChar char=" "/>
              <a:defRPr/>
            </a:lvl1pPr>
            <a:lvl2pPr marL="914400" lvl="1" indent="-342900" algn="l">
              <a:lnSpc>
                <a:spcPct val="90000"/>
              </a:lnSpc>
              <a:spcBef>
                <a:spcPts val="200"/>
              </a:spcBef>
              <a:spcAft>
                <a:spcPts val="0"/>
              </a:spcAft>
              <a:buSzPts val="1800"/>
              <a:buChar char="◦"/>
              <a:defRPr/>
            </a:lvl2pPr>
            <a:lvl3pPr marL="1371600" lvl="2" indent="-3429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◦"/>
              <a:defRPr/>
            </a:lvl3pPr>
            <a:lvl4pPr marL="1828800" lvl="3" indent="-3429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◦"/>
              <a:defRPr/>
            </a:lvl4pPr>
            <a:lvl5pPr marL="2286000" lvl="4" indent="-3429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◦"/>
              <a:defRPr/>
            </a:lvl5pPr>
            <a:lvl6pPr marL="2743200" lvl="5" indent="-3429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◦"/>
              <a:defRPr/>
            </a:lvl6pPr>
            <a:lvl7pPr marL="3200400" lvl="6" indent="-3429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◦"/>
              <a:defRPr/>
            </a:lvl7pPr>
            <a:lvl8pPr marL="3657600" lvl="7" indent="-3429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◦"/>
              <a:defRPr/>
            </a:lvl8pPr>
            <a:lvl9pPr marL="4114800" lvl="8" indent="-342900" algn="l">
              <a:lnSpc>
                <a:spcPct val="90000"/>
              </a:lnSpc>
              <a:spcBef>
                <a:spcPts val="400"/>
              </a:spcBef>
              <a:spcAft>
                <a:spcPts val="400"/>
              </a:spcAft>
              <a:buSzPts val="1800"/>
              <a:buChar char="◦"/>
              <a:defRPr/>
            </a:lvl9pPr>
          </a:lstStyle>
          <a:p>
            <a:endParaRPr/>
          </a:p>
        </p:txBody>
      </p:sp>
      <p:sp>
        <p:nvSpPr>
          <p:cNvPr id="46" name="Google Shape;46;p5"/>
          <p:cNvSpPr txBox="1">
            <a:spLocks noGrp="1"/>
          </p:cNvSpPr>
          <p:nvPr>
            <p:ph type="dt" idx="10"/>
          </p:nvPr>
        </p:nvSpPr>
        <p:spPr>
          <a:xfrm>
            <a:off x="822961" y="6459786"/>
            <a:ext cx="1854203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7" name="Google Shape;47;p5"/>
          <p:cNvSpPr txBox="1">
            <a:spLocks noGrp="1"/>
          </p:cNvSpPr>
          <p:nvPr>
            <p:ph type="ftr" idx="11"/>
          </p:nvPr>
        </p:nvSpPr>
        <p:spPr>
          <a:xfrm>
            <a:off x="2764639" y="6459786"/>
            <a:ext cx="3617103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8" name="Google Shape;48;p5"/>
          <p:cNvSpPr txBox="1">
            <a:spLocks noGrp="1"/>
          </p:cNvSpPr>
          <p:nvPr>
            <p:ph type="sldNum" idx="12"/>
          </p:nvPr>
        </p:nvSpPr>
        <p:spPr>
          <a:xfrm>
            <a:off x="7425344" y="6459786"/>
            <a:ext cx="984019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A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比较" type="twoTxTwoObj">
  <p:cSld name="TWO_OBJECTS_WITH_TEXT">
    <p:spTree>
      <p:nvGrpSpPr>
        <p:cNvPr id="1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6"/>
          <p:cNvSpPr txBox="1">
            <a:spLocks noGrp="1"/>
          </p:cNvSpPr>
          <p:nvPr>
            <p:ph type="title"/>
          </p:nvPr>
        </p:nvSpPr>
        <p:spPr>
          <a:xfrm>
            <a:off x="822960" y="286604"/>
            <a:ext cx="7543800" cy="145075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rgbClr val="3F3F3F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1" name="Google Shape;51;p6"/>
          <p:cNvSpPr txBox="1">
            <a:spLocks noGrp="1"/>
          </p:cNvSpPr>
          <p:nvPr>
            <p:ph type="body" idx="1"/>
          </p:nvPr>
        </p:nvSpPr>
        <p:spPr>
          <a:xfrm>
            <a:off x="822960" y="1846052"/>
            <a:ext cx="3703320" cy="73628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SzPts val="2000"/>
              <a:buNone/>
              <a:defRPr sz="2000" b="0" cap="none">
                <a:solidFill>
                  <a:schemeClr val="dk2"/>
                </a:solidFill>
              </a:defRPr>
            </a:lvl1pPr>
            <a:lvl2pPr marL="914400" lvl="1" indent="-228600" algn="l">
              <a:lnSpc>
                <a:spcPct val="90000"/>
              </a:lnSpc>
              <a:spcBef>
                <a:spcPts val="200"/>
              </a:spcBef>
              <a:spcAft>
                <a:spcPts val="0"/>
              </a:spcAft>
              <a:buSzPts val="2000"/>
              <a:buNone/>
              <a:defRPr sz="2000" b="1"/>
            </a:lvl2pPr>
            <a:lvl3pPr marL="1371600" lvl="2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None/>
              <a:defRPr sz="1800" b="1"/>
            </a:lvl3pPr>
            <a:lvl4pPr marL="1828800" lvl="3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600"/>
              <a:buNone/>
              <a:defRPr sz="1600" b="1"/>
            </a:lvl4pPr>
            <a:lvl5pPr marL="2286000" lvl="4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600"/>
              <a:buNone/>
              <a:defRPr sz="1600" b="1"/>
            </a:lvl5pPr>
            <a:lvl6pPr marL="2743200" lvl="5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600"/>
              <a:buNone/>
              <a:defRPr sz="1600" b="1"/>
            </a:lvl6pPr>
            <a:lvl7pPr marL="3200400" lvl="6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600"/>
              <a:buNone/>
              <a:defRPr sz="1600" b="1"/>
            </a:lvl7pPr>
            <a:lvl8pPr marL="3657600" lvl="7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600"/>
              <a:buNone/>
              <a:defRPr sz="1600" b="1"/>
            </a:lvl8pPr>
            <a:lvl9pPr marL="4114800" lvl="8" indent="-228600" algn="l">
              <a:lnSpc>
                <a:spcPct val="90000"/>
              </a:lnSpc>
              <a:spcBef>
                <a:spcPts val="400"/>
              </a:spcBef>
              <a:spcAft>
                <a:spcPts val="400"/>
              </a:spcAft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52" name="Google Shape;52;p6"/>
          <p:cNvSpPr txBox="1">
            <a:spLocks noGrp="1"/>
          </p:cNvSpPr>
          <p:nvPr>
            <p:ph type="body" idx="2"/>
          </p:nvPr>
        </p:nvSpPr>
        <p:spPr>
          <a:xfrm>
            <a:off x="822960" y="2582334"/>
            <a:ext cx="3703320" cy="3378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0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SzPts val="1800"/>
              <a:buChar char=" "/>
              <a:defRPr/>
            </a:lvl1pPr>
            <a:lvl2pPr marL="914400" lvl="1" indent="-342900" algn="l">
              <a:lnSpc>
                <a:spcPct val="90000"/>
              </a:lnSpc>
              <a:spcBef>
                <a:spcPts val="200"/>
              </a:spcBef>
              <a:spcAft>
                <a:spcPts val="0"/>
              </a:spcAft>
              <a:buSzPts val="1800"/>
              <a:buChar char="◦"/>
              <a:defRPr/>
            </a:lvl2pPr>
            <a:lvl3pPr marL="1371600" lvl="2" indent="-3429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◦"/>
              <a:defRPr/>
            </a:lvl3pPr>
            <a:lvl4pPr marL="1828800" lvl="3" indent="-3429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◦"/>
              <a:defRPr/>
            </a:lvl4pPr>
            <a:lvl5pPr marL="2286000" lvl="4" indent="-3429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◦"/>
              <a:defRPr/>
            </a:lvl5pPr>
            <a:lvl6pPr marL="2743200" lvl="5" indent="-3429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◦"/>
              <a:defRPr/>
            </a:lvl6pPr>
            <a:lvl7pPr marL="3200400" lvl="6" indent="-3429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◦"/>
              <a:defRPr/>
            </a:lvl7pPr>
            <a:lvl8pPr marL="3657600" lvl="7" indent="-3429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◦"/>
              <a:defRPr/>
            </a:lvl8pPr>
            <a:lvl9pPr marL="4114800" lvl="8" indent="-342900" algn="l">
              <a:lnSpc>
                <a:spcPct val="90000"/>
              </a:lnSpc>
              <a:spcBef>
                <a:spcPts val="400"/>
              </a:spcBef>
              <a:spcAft>
                <a:spcPts val="400"/>
              </a:spcAft>
              <a:buSzPts val="1800"/>
              <a:buChar char="◦"/>
              <a:defRPr/>
            </a:lvl9pPr>
          </a:lstStyle>
          <a:p>
            <a:endParaRPr/>
          </a:p>
        </p:txBody>
      </p:sp>
      <p:sp>
        <p:nvSpPr>
          <p:cNvPr id="53" name="Google Shape;53;p6"/>
          <p:cNvSpPr txBox="1">
            <a:spLocks noGrp="1"/>
          </p:cNvSpPr>
          <p:nvPr>
            <p:ph type="body" idx="3"/>
          </p:nvPr>
        </p:nvSpPr>
        <p:spPr>
          <a:xfrm>
            <a:off x="4663440" y="1846052"/>
            <a:ext cx="3703320" cy="73628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SzPts val="2000"/>
              <a:buNone/>
              <a:defRPr sz="2000" b="0" cap="none">
                <a:solidFill>
                  <a:schemeClr val="dk2"/>
                </a:solidFill>
              </a:defRPr>
            </a:lvl1pPr>
            <a:lvl2pPr marL="914400" lvl="1" indent="-228600" algn="l">
              <a:lnSpc>
                <a:spcPct val="90000"/>
              </a:lnSpc>
              <a:spcBef>
                <a:spcPts val="200"/>
              </a:spcBef>
              <a:spcAft>
                <a:spcPts val="0"/>
              </a:spcAft>
              <a:buSzPts val="2000"/>
              <a:buNone/>
              <a:defRPr sz="2000" b="1"/>
            </a:lvl2pPr>
            <a:lvl3pPr marL="1371600" lvl="2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None/>
              <a:defRPr sz="1800" b="1"/>
            </a:lvl3pPr>
            <a:lvl4pPr marL="1828800" lvl="3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600"/>
              <a:buNone/>
              <a:defRPr sz="1600" b="1"/>
            </a:lvl4pPr>
            <a:lvl5pPr marL="2286000" lvl="4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600"/>
              <a:buNone/>
              <a:defRPr sz="1600" b="1"/>
            </a:lvl5pPr>
            <a:lvl6pPr marL="2743200" lvl="5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600"/>
              <a:buNone/>
              <a:defRPr sz="1600" b="1"/>
            </a:lvl6pPr>
            <a:lvl7pPr marL="3200400" lvl="6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600"/>
              <a:buNone/>
              <a:defRPr sz="1600" b="1"/>
            </a:lvl7pPr>
            <a:lvl8pPr marL="3657600" lvl="7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600"/>
              <a:buNone/>
              <a:defRPr sz="1600" b="1"/>
            </a:lvl8pPr>
            <a:lvl9pPr marL="4114800" lvl="8" indent="-228600" algn="l">
              <a:lnSpc>
                <a:spcPct val="90000"/>
              </a:lnSpc>
              <a:spcBef>
                <a:spcPts val="400"/>
              </a:spcBef>
              <a:spcAft>
                <a:spcPts val="400"/>
              </a:spcAft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54" name="Google Shape;54;p6"/>
          <p:cNvSpPr txBox="1">
            <a:spLocks noGrp="1"/>
          </p:cNvSpPr>
          <p:nvPr>
            <p:ph type="body" idx="4"/>
          </p:nvPr>
        </p:nvSpPr>
        <p:spPr>
          <a:xfrm>
            <a:off x="4663440" y="2582334"/>
            <a:ext cx="3703320" cy="3378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0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SzPts val="1800"/>
              <a:buChar char=" "/>
              <a:defRPr/>
            </a:lvl1pPr>
            <a:lvl2pPr marL="914400" lvl="1" indent="-342900" algn="l">
              <a:lnSpc>
                <a:spcPct val="90000"/>
              </a:lnSpc>
              <a:spcBef>
                <a:spcPts val="200"/>
              </a:spcBef>
              <a:spcAft>
                <a:spcPts val="0"/>
              </a:spcAft>
              <a:buSzPts val="1800"/>
              <a:buChar char="◦"/>
              <a:defRPr/>
            </a:lvl2pPr>
            <a:lvl3pPr marL="1371600" lvl="2" indent="-3429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◦"/>
              <a:defRPr/>
            </a:lvl3pPr>
            <a:lvl4pPr marL="1828800" lvl="3" indent="-3429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◦"/>
              <a:defRPr/>
            </a:lvl4pPr>
            <a:lvl5pPr marL="2286000" lvl="4" indent="-3429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◦"/>
              <a:defRPr/>
            </a:lvl5pPr>
            <a:lvl6pPr marL="2743200" lvl="5" indent="-3429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◦"/>
              <a:defRPr/>
            </a:lvl6pPr>
            <a:lvl7pPr marL="3200400" lvl="6" indent="-3429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◦"/>
              <a:defRPr/>
            </a:lvl7pPr>
            <a:lvl8pPr marL="3657600" lvl="7" indent="-3429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◦"/>
              <a:defRPr/>
            </a:lvl8pPr>
            <a:lvl9pPr marL="4114800" lvl="8" indent="-342900" algn="l">
              <a:lnSpc>
                <a:spcPct val="90000"/>
              </a:lnSpc>
              <a:spcBef>
                <a:spcPts val="400"/>
              </a:spcBef>
              <a:spcAft>
                <a:spcPts val="400"/>
              </a:spcAft>
              <a:buSzPts val="1800"/>
              <a:buChar char="◦"/>
              <a:defRPr/>
            </a:lvl9pPr>
          </a:lstStyle>
          <a:p>
            <a:endParaRPr/>
          </a:p>
        </p:txBody>
      </p:sp>
      <p:sp>
        <p:nvSpPr>
          <p:cNvPr id="55" name="Google Shape;55;p6"/>
          <p:cNvSpPr txBox="1">
            <a:spLocks noGrp="1"/>
          </p:cNvSpPr>
          <p:nvPr>
            <p:ph type="dt" idx="10"/>
          </p:nvPr>
        </p:nvSpPr>
        <p:spPr>
          <a:xfrm>
            <a:off x="822961" y="6459786"/>
            <a:ext cx="1854203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6" name="Google Shape;56;p6"/>
          <p:cNvSpPr txBox="1">
            <a:spLocks noGrp="1"/>
          </p:cNvSpPr>
          <p:nvPr>
            <p:ph type="ftr" idx="11"/>
          </p:nvPr>
        </p:nvSpPr>
        <p:spPr>
          <a:xfrm>
            <a:off x="2764639" y="6459786"/>
            <a:ext cx="3617103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7" name="Google Shape;57;p6"/>
          <p:cNvSpPr txBox="1">
            <a:spLocks noGrp="1"/>
          </p:cNvSpPr>
          <p:nvPr>
            <p:ph type="sldNum" idx="12"/>
          </p:nvPr>
        </p:nvSpPr>
        <p:spPr>
          <a:xfrm>
            <a:off x="7425344" y="6459786"/>
            <a:ext cx="984019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A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仅标题" type="titleOnly">
  <p:cSld name="TITLE_ONLY">
    <p:spTree>
      <p:nvGrpSpPr>
        <p:cNvPr id="1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Google Shape;59;p7"/>
          <p:cNvSpPr txBox="1">
            <a:spLocks noGrp="1"/>
          </p:cNvSpPr>
          <p:nvPr>
            <p:ph type="title"/>
          </p:nvPr>
        </p:nvSpPr>
        <p:spPr>
          <a:xfrm>
            <a:off x="822960" y="286605"/>
            <a:ext cx="7543800" cy="78019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rgbClr val="3F3F3F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0" name="Google Shape;60;p7"/>
          <p:cNvSpPr txBox="1">
            <a:spLocks noGrp="1"/>
          </p:cNvSpPr>
          <p:nvPr>
            <p:ph type="dt" idx="10"/>
          </p:nvPr>
        </p:nvSpPr>
        <p:spPr>
          <a:xfrm>
            <a:off x="822961" y="6459786"/>
            <a:ext cx="1854203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1" name="Google Shape;61;p7"/>
          <p:cNvSpPr txBox="1">
            <a:spLocks noGrp="1"/>
          </p:cNvSpPr>
          <p:nvPr>
            <p:ph type="ftr" idx="11"/>
          </p:nvPr>
        </p:nvSpPr>
        <p:spPr>
          <a:xfrm>
            <a:off x="2764639" y="6459786"/>
            <a:ext cx="3617103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2" name="Google Shape;62;p7"/>
          <p:cNvSpPr txBox="1">
            <a:spLocks noGrp="1"/>
          </p:cNvSpPr>
          <p:nvPr>
            <p:ph type="sldNum" idx="12"/>
          </p:nvPr>
        </p:nvSpPr>
        <p:spPr>
          <a:xfrm>
            <a:off x="7425344" y="6459786"/>
            <a:ext cx="984019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A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matchingName="空白" type="blank">
  <p:cSld name="BLANK">
    <p:bg>
      <p:bgPr>
        <a:solidFill>
          <a:schemeClr val="lt1"/>
        </a:solidFill>
        <a:effectLst/>
      </p:bgPr>
    </p:bg>
    <p:spTree>
      <p:nvGrpSpPr>
        <p:cNvPr id="1" name="Shape 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" name="Google Shape;64;p8"/>
          <p:cNvSpPr/>
          <p:nvPr/>
        </p:nvSpPr>
        <p:spPr>
          <a:xfrm>
            <a:off x="2382" y="6400800"/>
            <a:ext cx="9141619" cy="457200"/>
          </a:xfrm>
          <a:prstGeom prst="rect">
            <a:avLst/>
          </a:prstGeom>
          <a:solidFill>
            <a:srgbClr val="DC5E00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5" name="Google Shape;65;p8"/>
          <p:cNvSpPr/>
          <p:nvPr/>
        </p:nvSpPr>
        <p:spPr>
          <a:xfrm>
            <a:off x="12" y="6334316"/>
            <a:ext cx="9141619" cy="64008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6" name="Google Shape;66;p8"/>
          <p:cNvSpPr txBox="1">
            <a:spLocks noGrp="1"/>
          </p:cNvSpPr>
          <p:nvPr>
            <p:ph type="dt" idx="10"/>
          </p:nvPr>
        </p:nvSpPr>
        <p:spPr>
          <a:xfrm>
            <a:off x="822961" y="6459786"/>
            <a:ext cx="1854203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7" name="Google Shape;67;p8"/>
          <p:cNvSpPr txBox="1">
            <a:spLocks noGrp="1"/>
          </p:cNvSpPr>
          <p:nvPr>
            <p:ph type="ftr" idx="11"/>
          </p:nvPr>
        </p:nvSpPr>
        <p:spPr>
          <a:xfrm>
            <a:off x="2764639" y="6459786"/>
            <a:ext cx="3617103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rgbClr val="FFFFFF"/>
                </a:solidFill>
              </a:defRPr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8" name="Google Shape;68;p8"/>
          <p:cNvSpPr txBox="1">
            <a:spLocks noGrp="1"/>
          </p:cNvSpPr>
          <p:nvPr>
            <p:ph type="sldNum" idx="12"/>
          </p:nvPr>
        </p:nvSpPr>
        <p:spPr>
          <a:xfrm>
            <a:off x="7425344" y="6459786"/>
            <a:ext cx="984019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A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matchingName="内容与标题" type="objTx">
  <p:cSld name="OBJECT_WITH_CAPTION_TEXT">
    <p:bg>
      <p:bgPr>
        <a:solidFill>
          <a:schemeClr val="lt1"/>
        </a:solidFill>
        <a:effectLst/>
      </p:bgPr>
    </p:bg>
    <p:spTree>
      <p:nvGrpSpPr>
        <p:cNvPr id="1" name="Shape 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" name="Google Shape;70;p9"/>
          <p:cNvSpPr/>
          <p:nvPr/>
        </p:nvSpPr>
        <p:spPr>
          <a:xfrm>
            <a:off x="13" y="0"/>
            <a:ext cx="3038093" cy="6858000"/>
          </a:xfrm>
          <a:prstGeom prst="rect">
            <a:avLst/>
          </a:prstGeom>
          <a:solidFill>
            <a:srgbClr val="DC5E00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1" name="Google Shape;71;p9"/>
          <p:cNvSpPr/>
          <p:nvPr/>
        </p:nvSpPr>
        <p:spPr>
          <a:xfrm>
            <a:off x="3030053" y="0"/>
            <a:ext cx="48006" cy="68580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2" name="Google Shape;72;p9"/>
          <p:cNvSpPr txBox="1">
            <a:spLocks noGrp="1"/>
          </p:cNvSpPr>
          <p:nvPr>
            <p:ph type="title"/>
          </p:nvPr>
        </p:nvSpPr>
        <p:spPr>
          <a:xfrm>
            <a:off x="342900" y="594359"/>
            <a:ext cx="2400300" cy="2286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600"/>
              <a:buFont typeface="Times New Roman"/>
              <a:buNone/>
              <a:defRPr sz="3600" b="0">
                <a:solidFill>
                  <a:srgbClr val="FFFFFF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3" name="Google Shape;73;p9"/>
          <p:cNvSpPr txBox="1">
            <a:spLocks noGrp="1"/>
          </p:cNvSpPr>
          <p:nvPr>
            <p:ph type="body" idx="1"/>
          </p:nvPr>
        </p:nvSpPr>
        <p:spPr>
          <a:xfrm>
            <a:off x="3600450" y="731520"/>
            <a:ext cx="4869180" cy="5257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0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SzPts val="1800"/>
              <a:buChar char=" "/>
              <a:defRPr/>
            </a:lvl1pPr>
            <a:lvl2pPr marL="914400" lvl="1" indent="-342900" algn="l">
              <a:lnSpc>
                <a:spcPct val="90000"/>
              </a:lnSpc>
              <a:spcBef>
                <a:spcPts val="200"/>
              </a:spcBef>
              <a:spcAft>
                <a:spcPts val="0"/>
              </a:spcAft>
              <a:buSzPts val="1800"/>
              <a:buChar char="◦"/>
              <a:defRPr/>
            </a:lvl2pPr>
            <a:lvl3pPr marL="1371600" lvl="2" indent="-3429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◦"/>
              <a:defRPr/>
            </a:lvl3pPr>
            <a:lvl4pPr marL="1828800" lvl="3" indent="-3429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◦"/>
              <a:defRPr/>
            </a:lvl4pPr>
            <a:lvl5pPr marL="2286000" lvl="4" indent="-3429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◦"/>
              <a:defRPr/>
            </a:lvl5pPr>
            <a:lvl6pPr marL="2743200" lvl="5" indent="-3429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◦"/>
              <a:defRPr/>
            </a:lvl6pPr>
            <a:lvl7pPr marL="3200400" lvl="6" indent="-3429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◦"/>
              <a:defRPr/>
            </a:lvl7pPr>
            <a:lvl8pPr marL="3657600" lvl="7" indent="-3429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◦"/>
              <a:defRPr/>
            </a:lvl8pPr>
            <a:lvl9pPr marL="4114800" lvl="8" indent="-342900" algn="l">
              <a:lnSpc>
                <a:spcPct val="90000"/>
              </a:lnSpc>
              <a:spcBef>
                <a:spcPts val="400"/>
              </a:spcBef>
              <a:spcAft>
                <a:spcPts val="400"/>
              </a:spcAft>
              <a:buSzPts val="1800"/>
              <a:buChar char="◦"/>
              <a:defRPr/>
            </a:lvl9pPr>
          </a:lstStyle>
          <a:p>
            <a:endParaRPr/>
          </a:p>
        </p:txBody>
      </p:sp>
      <p:sp>
        <p:nvSpPr>
          <p:cNvPr id="74" name="Google Shape;74;p9"/>
          <p:cNvSpPr txBox="1">
            <a:spLocks noGrp="1"/>
          </p:cNvSpPr>
          <p:nvPr>
            <p:ph type="body" idx="2"/>
          </p:nvPr>
        </p:nvSpPr>
        <p:spPr>
          <a:xfrm>
            <a:off x="342900" y="2926080"/>
            <a:ext cx="2400300" cy="337912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SzPts val="1500"/>
              <a:buNone/>
              <a:defRPr sz="1500">
                <a:solidFill>
                  <a:srgbClr val="FFFFFF"/>
                </a:solidFill>
              </a:defRPr>
            </a:lvl1pPr>
            <a:lvl2pPr marL="914400" lvl="1" indent="-228600" algn="l">
              <a:lnSpc>
                <a:spcPct val="90000"/>
              </a:lnSpc>
              <a:spcBef>
                <a:spcPts val="200"/>
              </a:spcBef>
              <a:spcAft>
                <a:spcPts val="0"/>
              </a:spcAft>
              <a:buSzPts val="1200"/>
              <a:buNone/>
              <a:defRPr sz="1200"/>
            </a:lvl2pPr>
            <a:lvl3pPr marL="1371600" lvl="2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000"/>
              <a:buNone/>
              <a:defRPr sz="1000"/>
            </a:lvl3pPr>
            <a:lvl4pPr marL="1828800" lvl="3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900"/>
              <a:buNone/>
              <a:defRPr sz="900"/>
            </a:lvl4pPr>
            <a:lvl5pPr marL="2286000" lvl="4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900"/>
              <a:buNone/>
              <a:defRPr sz="900"/>
            </a:lvl5pPr>
            <a:lvl6pPr marL="2743200" lvl="5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900"/>
              <a:buNone/>
              <a:defRPr sz="900"/>
            </a:lvl6pPr>
            <a:lvl7pPr marL="3200400" lvl="6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900"/>
              <a:buNone/>
              <a:defRPr sz="900"/>
            </a:lvl7pPr>
            <a:lvl8pPr marL="3657600" lvl="7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900"/>
              <a:buNone/>
              <a:defRPr sz="900"/>
            </a:lvl8pPr>
            <a:lvl9pPr marL="4114800" lvl="8" indent="-228600" algn="l">
              <a:lnSpc>
                <a:spcPct val="90000"/>
              </a:lnSpc>
              <a:spcBef>
                <a:spcPts val="400"/>
              </a:spcBef>
              <a:spcAft>
                <a:spcPts val="400"/>
              </a:spcAft>
              <a:buSzPts val="900"/>
              <a:buNone/>
              <a:defRPr sz="900"/>
            </a:lvl9pPr>
          </a:lstStyle>
          <a:p>
            <a:endParaRPr/>
          </a:p>
        </p:txBody>
      </p:sp>
      <p:sp>
        <p:nvSpPr>
          <p:cNvPr id="75" name="Google Shape;75;p9"/>
          <p:cNvSpPr txBox="1">
            <a:spLocks noGrp="1"/>
          </p:cNvSpPr>
          <p:nvPr>
            <p:ph type="dt" idx="10"/>
          </p:nvPr>
        </p:nvSpPr>
        <p:spPr>
          <a:xfrm>
            <a:off x="349134" y="6459786"/>
            <a:ext cx="1963883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6" name="Google Shape;76;p9"/>
          <p:cNvSpPr txBox="1">
            <a:spLocks noGrp="1"/>
          </p:cNvSpPr>
          <p:nvPr>
            <p:ph type="ftr" idx="11"/>
          </p:nvPr>
        </p:nvSpPr>
        <p:spPr>
          <a:xfrm>
            <a:off x="3600450" y="6459786"/>
            <a:ext cx="348615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chemeClr val="dk2"/>
                </a:solidFill>
              </a:defRPr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7" name="Google Shape;77;p9"/>
          <p:cNvSpPr txBox="1">
            <a:spLocks noGrp="1"/>
          </p:cNvSpPr>
          <p:nvPr>
            <p:ph type="sldNum" idx="12"/>
          </p:nvPr>
        </p:nvSpPr>
        <p:spPr>
          <a:xfrm>
            <a:off x="7425344" y="6459786"/>
            <a:ext cx="984019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 sz="1050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marL="0" lvl="1" indent="0" algn="r">
              <a:spcBef>
                <a:spcPts val="0"/>
              </a:spcBef>
              <a:buNone/>
              <a:defRPr sz="1050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2pPr>
            <a:lvl3pPr marL="0" lvl="2" indent="0" algn="r">
              <a:spcBef>
                <a:spcPts val="0"/>
              </a:spcBef>
              <a:buNone/>
              <a:defRPr sz="1050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3pPr>
            <a:lvl4pPr marL="0" lvl="3" indent="0" algn="r">
              <a:spcBef>
                <a:spcPts val="0"/>
              </a:spcBef>
              <a:buNone/>
              <a:defRPr sz="1050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4pPr>
            <a:lvl5pPr marL="0" lvl="4" indent="0" algn="r">
              <a:spcBef>
                <a:spcPts val="0"/>
              </a:spcBef>
              <a:buNone/>
              <a:defRPr sz="1050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5pPr>
            <a:lvl6pPr marL="0" lvl="5" indent="0" algn="r">
              <a:spcBef>
                <a:spcPts val="0"/>
              </a:spcBef>
              <a:buNone/>
              <a:defRPr sz="1050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6pPr>
            <a:lvl7pPr marL="0" lvl="6" indent="0" algn="r">
              <a:spcBef>
                <a:spcPts val="0"/>
              </a:spcBef>
              <a:buNone/>
              <a:defRPr sz="1050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7pPr>
            <a:lvl8pPr marL="0" lvl="7" indent="0" algn="r">
              <a:spcBef>
                <a:spcPts val="0"/>
              </a:spcBef>
              <a:buNone/>
              <a:defRPr sz="1050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8pPr>
            <a:lvl9pPr marL="0" lvl="8" indent="0" algn="r">
              <a:spcBef>
                <a:spcPts val="0"/>
              </a:spcBef>
              <a:buNone/>
              <a:defRPr sz="1050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A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matchingName="图片与标题" type="picTx">
  <p:cSld name="PICTURE_WITH_CAPTION_TEXT">
    <p:bg>
      <p:bgPr>
        <a:solidFill>
          <a:schemeClr val="lt1"/>
        </a:solidFill>
        <a:effectLst/>
      </p:bgPr>
    </p:bg>
    <p:spTree>
      <p:nvGrpSpPr>
        <p:cNvPr id="1" name="Shape 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Google Shape;79;p10"/>
          <p:cNvSpPr/>
          <p:nvPr/>
        </p:nvSpPr>
        <p:spPr>
          <a:xfrm>
            <a:off x="0" y="4953000"/>
            <a:ext cx="9141619" cy="1905000"/>
          </a:xfrm>
          <a:prstGeom prst="rect">
            <a:avLst/>
          </a:prstGeom>
          <a:solidFill>
            <a:srgbClr val="DC5E00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0" name="Google Shape;80;p10"/>
          <p:cNvSpPr/>
          <p:nvPr/>
        </p:nvSpPr>
        <p:spPr>
          <a:xfrm>
            <a:off x="12" y="4915076"/>
            <a:ext cx="9141619" cy="64008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1" name="Google Shape;81;p10"/>
          <p:cNvSpPr txBox="1">
            <a:spLocks noGrp="1"/>
          </p:cNvSpPr>
          <p:nvPr>
            <p:ph type="title"/>
          </p:nvPr>
        </p:nvSpPr>
        <p:spPr>
          <a:xfrm>
            <a:off x="822960" y="5074920"/>
            <a:ext cx="7585234" cy="8229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0" rIns="91425" bIns="0" anchor="b" anchorCtr="0">
            <a:noAutofit/>
          </a:bodyPr>
          <a:lstStyle>
            <a:lvl1pPr lvl="0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600"/>
              <a:buFont typeface="Times New Roman"/>
              <a:buNone/>
              <a:defRPr sz="3600" b="0">
                <a:solidFill>
                  <a:srgbClr val="FFFFFF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2" name="Google Shape;82;p10"/>
          <p:cNvSpPr>
            <a:spLocks noGrp="1"/>
          </p:cNvSpPr>
          <p:nvPr>
            <p:ph type="pic" idx="2"/>
          </p:nvPr>
        </p:nvSpPr>
        <p:spPr>
          <a:xfrm>
            <a:off x="12" y="0"/>
            <a:ext cx="9143989" cy="4915076"/>
          </a:xfrm>
          <a:prstGeom prst="rect">
            <a:avLst/>
          </a:prstGeom>
          <a:solidFill>
            <a:srgbClr val="DDD9C3"/>
          </a:solidFill>
          <a:ln>
            <a:noFill/>
          </a:ln>
        </p:spPr>
      </p:sp>
      <p:sp>
        <p:nvSpPr>
          <p:cNvPr id="83" name="Google Shape;83;p10"/>
          <p:cNvSpPr txBox="1">
            <a:spLocks noGrp="1"/>
          </p:cNvSpPr>
          <p:nvPr>
            <p:ph type="body" idx="1"/>
          </p:nvPr>
        </p:nvSpPr>
        <p:spPr>
          <a:xfrm>
            <a:off x="822960" y="5907024"/>
            <a:ext cx="7589520" cy="5943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0" rIns="91425" bIns="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 sz="1500">
                <a:solidFill>
                  <a:srgbClr val="FFFFFF"/>
                </a:solidFill>
              </a:defRPr>
            </a:lvl1pPr>
            <a:lvl2pPr marL="914400" lvl="1" indent="-22860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SzPts val="1200"/>
              <a:buNone/>
              <a:defRPr sz="1200"/>
            </a:lvl2pPr>
            <a:lvl3pPr marL="1371600" lvl="2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000"/>
              <a:buNone/>
              <a:defRPr sz="1000"/>
            </a:lvl3pPr>
            <a:lvl4pPr marL="1828800" lvl="3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900"/>
              <a:buNone/>
              <a:defRPr sz="900"/>
            </a:lvl4pPr>
            <a:lvl5pPr marL="2286000" lvl="4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900"/>
              <a:buNone/>
              <a:defRPr sz="900"/>
            </a:lvl5pPr>
            <a:lvl6pPr marL="2743200" lvl="5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900"/>
              <a:buNone/>
              <a:defRPr sz="900"/>
            </a:lvl6pPr>
            <a:lvl7pPr marL="3200400" lvl="6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900"/>
              <a:buNone/>
              <a:defRPr sz="900"/>
            </a:lvl7pPr>
            <a:lvl8pPr marL="3657600" lvl="7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900"/>
              <a:buNone/>
              <a:defRPr sz="900"/>
            </a:lvl8pPr>
            <a:lvl9pPr marL="4114800" lvl="8" indent="-228600" algn="l">
              <a:lnSpc>
                <a:spcPct val="90000"/>
              </a:lnSpc>
              <a:spcBef>
                <a:spcPts val="400"/>
              </a:spcBef>
              <a:spcAft>
                <a:spcPts val="400"/>
              </a:spcAft>
              <a:buSzPts val="900"/>
              <a:buNone/>
              <a:defRPr sz="900"/>
            </a:lvl9pPr>
          </a:lstStyle>
          <a:p>
            <a:endParaRPr/>
          </a:p>
        </p:txBody>
      </p:sp>
      <p:sp>
        <p:nvSpPr>
          <p:cNvPr id="84" name="Google Shape;84;p10"/>
          <p:cNvSpPr txBox="1">
            <a:spLocks noGrp="1"/>
          </p:cNvSpPr>
          <p:nvPr>
            <p:ph type="dt" idx="10"/>
          </p:nvPr>
        </p:nvSpPr>
        <p:spPr>
          <a:xfrm>
            <a:off x="822961" y="6459786"/>
            <a:ext cx="1854203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5" name="Google Shape;85;p10"/>
          <p:cNvSpPr txBox="1">
            <a:spLocks noGrp="1"/>
          </p:cNvSpPr>
          <p:nvPr>
            <p:ph type="ftr" idx="11"/>
          </p:nvPr>
        </p:nvSpPr>
        <p:spPr>
          <a:xfrm>
            <a:off x="2764639" y="6459786"/>
            <a:ext cx="3617103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6" name="Google Shape;86;p10"/>
          <p:cNvSpPr txBox="1">
            <a:spLocks noGrp="1"/>
          </p:cNvSpPr>
          <p:nvPr>
            <p:ph type="sldNum" idx="12"/>
          </p:nvPr>
        </p:nvSpPr>
        <p:spPr>
          <a:xfrm>
            <a:off x="7425344" y="6459786"/>
            <a:ext cx="984019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A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标题和竖排文字" type="vertTx">
  <p:cSld name="VERTICAL_TEXT">
    <p:spTree>
      <p:nvGrpSpPr>
        <p:cNvPr id="1" name="Shape 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" name="Google Shape;88;p11"/>
          <p:cNvSpPr txBox="1">
            <a:spLocks noGrp="1"/>
          </p:cNvSpPr>
          <p:nvPr>
            <p:ph type="title"/>
          </p:nvPr>
        </p:nvSpPr>
        <p:spPr>
          <a:xfrm>
            <a:off x="822960" y="286605"/>
            <a:ext cx="7543800" cy="78019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rgbClr val="3F3F3F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9" name="Google Shape;89;p11"/>
          <p:cNvSpPr txBox="1">
            <a:spLocks noGrp="1"/>
          </p:cNvSpPr>
          <p:nvPr>
            <p:ph type="body" idx="1"/>
          </p:nvPr>
        </p:nvSpPr>
        <p:spPr>
          <a:xfrm rot="5400000">
            <a:off x="2231812" y="-265853"/>
            <a:ext cx="4726094" cy="754380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700" tIns="0" rIns="45700" bIns="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SzPts val="1800"/>
              <a:buChar char=" "/>
              <a:defRPr/>
            </a:lvl1pPr>
            <a:lvl2pPr marL="914400" lvl="1" indent="-342900" algn="l">
              <a:lnSpc>
                <a:spcPct val="90000"/>
              </a:lnSpc>
              <a:spcBef>
                <a:spcPts val="200"/>
              </a:spcBef>
              <a:spcAft>
                <a:spcPts val="0"/>
              </a:spcAft>
              <a:buSzPts val="1800"/>
              <a:buChar char="◦"/>
              <a:defRPr/>
            </a:lvl2pPr>
            <a:lvl3pPr marL="1371600" lvl="2" indent="-3429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◦"/>
              <a:defRPr/>
            </a:lvl3pPr>
            <a:lvl4pPr marL="1828800" lvl="3" indent="-3429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◦"/>
              <a:defRPr/>
            </a:lvl4pPr>
            <a:lvl5pPr marL="2286000" lvl="4" indent="-3429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◦"/>
              <a:defRPr/>
            </a:lvl5pPr>
            <a:lvl6pPr marL="2743200" lvl="5" indent="-3429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◦"/>
              <a:defRPr/>
            </a:lvl6pPr>
            <a:lvl7pPr marL="3200400" lvl="6" indent="-3429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◦"/>
              <a:defRPr/>
            </a:lvl7pPr>
            <a:lvl8pPr marL="3657600" lvl="7" indent="-3429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◦"/>
              <a:defRPr/>
            </a:lvl8pPr>
            <a:lvl9pPr marL="4114800" lvl="8" indent="-342900" algn="l">
              <a:lnSpc>
                <a:spcPct val="90000"/>
              </a:lnSpc>
              <a:spcBef>
                <a:spcPts val="400"/>
              </a:spcBef>
              <a:spcAft>
                <a:spcPts val="400"/>
              </a:spcAft>
              <a:buSzPts val="1800"/>
              <a:buChar char="◦"/>
              <a:defRPr/>
            </a:lvl9pPr>
          </a:lstStyle>
          <a:p>
            <a:endParaRPr/>
          </a:p>
        </p:txBody>
      </p:sp>
      <p:sp>
        <p:nvSpPr>
          <p:cNvPr id="90" name="Google Shape;90;p11"/>
          <p:cNvSpPr txBox="1">
            <a:spLocks noGrp="1"/>
          </p:cNvSpPr>
          <p:nvPr>
            <p:ph type="dt" idx="10"/>
          </p:nvPr>
        </p:nvSpPr>
        <p:spPr>
          <a:xfrm>
            <a:off x="822961" y="6459786"/>
            <a:ext cx="1854203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91" name="Google Shape;91;p11"/>
          <p:cNvSpPr txBox="1">
            <a:spLocks noGrp="1"/>
          </p:cNvSpPr>
          <p:nvPr>
            <p:ph type="ftr" idx="11"/>
          </p:nvPr>
        </p:nvSpPr>
        <p:spPr>
          <a:xfrm>
            <a:off x="2764639" y="6459786"/>
            <a:ext cx="3617103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92" name="Google Shape;92;p11"/>
          <p:cNvSpPr txBox="1">
            <a:spLocks noGrp="1"/>
          </p:cNvSpPr>
          <p:nvPr>
            <p:ph type="sldNum" idx="12"/>
          </p:nvPr>
        </p:nvSpPr>
        <p:spPr>
          <a:xfrm>
            <a:off x="7425344" y="6459786"/>
            <a:ext cx="984019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A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matchingName="竖排标题与文本" type="vertTitleAndTx">
  <p:cSld name="VERTICAL_TITLE_AND_VERTICAL_TEXT">
    <p:bg>
      <p:bgPr>
        <a:solidFill>
          <a:schemeClr val="lt1"/>
        </a:solidFill>
        <a:effectLst/>
      </p:bgPr>
    </p:bg>
    <p:spTree>
      <p:nvGrpSpPr>
        <p:cNvPr id="1" name="Shape 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Google Shape;94;p12"/>
          <p:cNvSpPr/>
          <p:nvPr/>
        </p:nvSpPr>
        <p:spPr>
          <a:xfrm>
            <a:off x="2382" y="6400800"/>
            <a:ext cx="9141619" cy="457200"/>
          </a:xfrm>
          <a:prstGeom prst="rect">
            <a:avLst/>
          </a:prstGeom>
          <a:solidFill>
            <a:srgbClr val="DC5E00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5" name="Google Shape;95;p12"/>
          <p:cNvSpPr/>
          <p:nvPr/>
        </p:nvSpPr>
        <p:spPr>
          <a:xfrm>
            <a:off x="12" y="6334316"/>
            <a:ext cx="9143989" cy="64008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6" name="Google Shape;96;p12"/>
          <p:cNvSpPr txBox="1">
            <a:spLocks noGrp="1"/>
          </p:cNvSpPr>
          <p:nvPr>
            <p:ph type="title"/>
          </p:nvPr>
        </p:nvSpPr>
        <p:spPr>
          <a:xfrm rot="5400000">
            <a:off x="4649564" y="2306414"/>
            <a:ext cx="5759898" cy="19716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rgbClr val="3F3F3F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97" name="Google Shape;97;p12"/>
          <p:cNvSpPr txBox="1">
            <a:spLocks noGrp="1"/>
          </p:cNvSpPr>
          <p:nvPr>
            <p:ph type="body" idx="1"/>
          </p:nvPr>
        </p:nvSpPr>
        <p:spPr>
          <a:xfrm rot="5400000">
            <a:off x="649064" y="391889"/>
            <a:ext cx="5759898" cy="58007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700" tIns="0" rIns="45700" bIns="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SzPts val="1800"/>
              <a:buChar char=" "/>
              <a:defRPr/>
            </a:lvl1pPr>
            <a:lvl2pPr marL="914400" lvl="1" indent="-342900" algn="l">
              <a:lnSpc>
                <a:spcPct val="90000"/>
              </a:lnSpc>
              <a:spcBef>
                <a:spcPts val="200"/>
              </a:spcBef>
              <a:spcAft>
                <a:spcPts val="0"/>
              </a:spcAft>
              <a:buSzPts val="1800"/>
              <a:buChar char="◦"/>
              <a:defRPr/>
            </a:lvl2pPr>
            <a:lvl3pPr marL="1371600" lvl="2" indent="-3429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◦"/>
              <a:defRPr/>
            </a:lvl3pPr>
            <a:lvl4pPr marL="1828800" lvl="3" indent="-3429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◦"/>
              <a:defRPr/>
            </a:lvl4pPr>
            <a:lvl5pPr marL="2286000" lvl="4" indent="-3429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◦"/>
              <a:defRPr/>
            </a:lvl5pPr>
            <a:lvl6pPr marL="2743200" lvl="5" indent="-3429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◦"/>
              <a:defRPr/>
            </a:lvl6pPr>
            <a:lvl7pPr marL="3200400" lvl="6" indent="-3429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◦"/>
              <a:defRPr/>
            </a:lvl7pPr>
            <a:lvl8pPr marL="3657600" lvl="7" indent="-3429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◦"/>
              <a:defRPr/>
            </a:lvl8pPr>
            <a:lvl9pPr marL="4114800" lvl="8" indent="-342900" algn="l">
              <a:lnSpc>
                <a:spcPct val="90000"/>
              </a:lnSpc>
              <a:spcBef>
                <a:spcPts val="400"/>
              </a:spcBef>
              <a:spcAft>
                <a:spcPts val="400"/>
              </a:spcAft>
              <a:buSzPts val="1800"/>
              <a:buChar char="◦"/>
              <a:defRPr/>
            </a:lvl9pPr>
          </a:lstStyle>
          <a:p>
            <a:endParaRPr/>
          </a:p>
        </p:txBody>
      </p:sp>
      <p:sp>
        <p:nvSpPr>
          <p:cNvPr id="98" name="Google Shape;98;p12"/>
          <p:cNvSpPr txBox="1">
            <a:spLocks noGrp="1"/>
          </p:cNvSpPr>
          <p:nvPr>
            <p:ph type="dt" idx="10"/>
          </p:nvPr>
        </p:nvSpPr>
        <p:spPr>
          <a:xfrm>
            <a:off x="822961" y="6459786"/>
            <a:ext cx="1854203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99" name="Google Shape;99;p12"/>
          <p:cNvSpPr txBox="1">
            <a:spLocks noGrp="1"/>
          </p:cNvSpPr>
          <p:nvPr>
            <p:ph type="ftr" idx="11"/>
          </p:nvPr>
        </p:nvSpPr>
        <p:spPr>
          <a:xfrm>
            <a:off x="2764639" y="6459786"/>
            <a:ext cx="3617103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00" name="Google Shape;100;p12"/>
          <p:cNvSpPr txBox="1">
            <a:spLocks noGrp="1"/>
          </p:cNvSpPr>
          <p:nvPr>
            <p:ph type="sldNum" idx="12"/>
          </p:nvPr>
        </p:nvSpPr>
        <p:spPr>
          <a:xfrm>
            <a:off x="7425344" y="6459786"/>
            <a:ext cx="984019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AU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1"/>
          <p:cNvSpPr/>
          <p:nvPr/>
        </p:nvSpPr>
        <p:spPr>
          <a:xfrm>
            <a:off x="0" y="6400800"/>
            <a:ext cx="9144001" cy="457200"/>
          </a:xfrm>
          <a:prstGeom prst="rect">
            <a:avLst/>
          </a:prstGeom>
          <a:solidFill>
            <a:srgbClr val="DC5E00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" name="Google Shape;11;p1"/>
          <p:cNvSpPr/>
          <p:nvPr/>
        </p:nvSpPr>
        <p:spPr>
          <a:xfrm>
            <a:off x="0" y="6334315"/>
            <a:ext cx="9144001" cy="65999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2" name="Google Shape;12;p1"/>
          <p:cNvSpPr txBox="1">
            <a:spLocks noGrp="1"/>
          </p:cNvSpPr>
          <p:nvPr>
            <p:ph type="title"/>
          </p:nvPr>
        </p:nvSpPr>
        <p:spPr>
          <a:xfrm>
            <a:off x="822960" y="286605"/>
            <a:ext cx="7543800" cy="78019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R="0" lvl="0" algn="l" rtl="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rgbClr val="3F3F3F"/>
              </a:buClr>
              <a:buSzPts val="4800"/>
              <a:buFont typeface="Times New Roman"/>
              <a:buNone/>
              <a:defRPr sz="4800" b="0" i="0" u="none" strike="noStrike" cap="none">
                <a:solidFill>
                  <a:srgbClr val="3F3F3F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  <p:sp>
        <p:nvSpPr>
          <p:cNvPr id="13" name="Google Shape;13;p1"/>
          <p:cNvSpPr txBox="1">
            <a:spLocks noGrp="1"/>
          </p:cNvSpPr>
          <p:nvPr>
            <p:ph type="body" idx="1"/>
          </p:nvPr>
        </p:nvSpPr>
        <p:spPr>
          <a:xfrm>
            <a:off x="822959" y="1143000"/>
            <a:ext cx="7543801" cy="472609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0" bIns="45700" anchor="t" anchorCtr="0">
            <a:normAutofit/>
          </a:bodyPr>
          <a:lstStyle>
            <a:lvl1pPr marL="457200" marR="0" lvl="0" indent="-355600" algn="l" rtl="0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accent1"/>
              </a:buClr>
              <a:buSzPts val="2000"/>
              <a:buFont typeface="Calibri"/>
              <a:buChar char=" "/>
              <a:defRPr sz="2000" b="0" i="0" u="none" strike="noStrike" cap="none">
                <a:solidFill>
                  <a:srgbClr val="3F3F3F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marL="914400" marR="0" lvl="1" indent="-342900" algn="l" rtl="0">
              <a:lnSpc>
                <a:spcPct val="90000"/>
              </a:lnSpc>
              <a:spcBef>
                <a:spcPts val="200"/>
              </a:spcBef>
              <a:spcAft>
                <a:spcPts val="0"/>
              </a:spcAft>
              <a:buClr>
                <a:schemeClr val="accent1"/>
              </a:buClr>
              <a:buSzPts val="1800"/>
              <a:buFont typeface="Calibri"/>
              <a:buChar char="◦"/>
              <a:defRPr sz="1800" b="0" i="0" u="none" strike="noStrike" cap="none">
                <a:solidFill>
                  <a:srgbClr val="3F3F3F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2pPr>
            <a:lvl3pPr marL="1371600" marR="0" lvl="2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Calibri"/>
              <a:buChar char="◦"/>
              <a:defRPr sz="1400" b="0" i="0" u="none" strike="noStrike" cap="none">
                <a:solidFill>
                  <a:srgbClr val="3F3F3F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3pPr>
            <a:lvl4pPr marL="1828800" marR="0" lvl="3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Calibri"/>
              <a:buChar char="◦"/>
              <a:defRPr sz="1400" b="0" i="0" u="none" strike="noStrike" cap="none">
                <a:solidFill>
                  <a:srgbClr val="3F3F3F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4pPr>
            <a:lvl5pPr marL="2286000" marR="0" lvl="4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Calibri"/>
              <a:buChar char="◦"/>
              <a:defRPr sz="1400" b="0" i="0" u="none" strike="noStrike" cap="none">
                <a:solidFill>
                  <a:srgbClr val="3F3F3F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5pPr>
            <a:lvl6pPr marL="2743200" marR="0" lvl="5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Calibri"/>
              <a:buChar char="◦"/>
              <a:defRPr sz="1400" b="0" i="0" u="none" strike="noStrike" cap="none">
                <a:solidFill>
                  <a:srgbClr val="3F3F3F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6pPr>
            <a:lvl7pPr marL="3200400" marR="0" lvl="6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Calibri"/>
              <a:buChar char="◦"/>
              <a:defRPr sz="1400" b="0" i="0" u="none" strike="noStrike" cap="none">
                <a:solidFill>
                  <a:srgbClr val="3F3F3F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7pPr>
            <a:lvl8pPr marL="3657600" marR="0" lvl="7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Calibri"/>
              <a:buChar char="◦"/>
              <a:defRPr sz="1400" b="0" i="0" u="none" strike="noStrike" cap="none">
                <a:solidFill>
                  <a:srgbClr val="3F3F3F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8pPr>
            <a:lvl9pPr marL="4114800" marR="0" lvl="8" indent="-317500" algn="l" rtl="0">
              <a:lnSpc>
                <a:spcPct val="90000"/>
              </a:lnSpc>
              <a:spcBef>
                <a:spcPts val="400"/>
              </a:spcBef>
              <a:spcAft>
                <a:spcPts val="400"/>
              </a:spcAft>
              <a:buClr>
                <a:schemeClr val="accent1"/>
              </a:buClr>
              <a:buSzPts val="1400"/>
              <a:buFont typeface="Calibri"/>
              <a:buChar char="◦"/>
              <a:defRPr sz="1400" b="0" i="0" u="none" strike="noStrike" cap="none">
                <a:solidFill>
                  <a:srgbClr val="3F3F3F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9pPr>
          </a:lstStyle>
          <a:p>
            <a:endParaRPr/>
          </a:p>
        </p:txBody>
      </p:sp>
      <p:sp>
        <p:nvSpPr>
          <p:cNvPr id="14" name="Google Shape;14;p1"/>
          <p:cNvSpPr txBox="1">
            <a:spLocks noGrp="1"/>
          </p:cNvSpPr>
          <p:nvPr>
            <p:ph type="dt" idx="10"/>
          </p:nvPr>
        </p:nvSpPr>
        <p:spPr>
          <a:xfrm>
            <a:off x="822961" y="6459786"/>
            <a:ext cx="1854203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900" b="0" i="0" u="none" strike="noStrike" cap="none">
                <a:solidFill>
                  <a:srgbClr val="FFFFFF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9pPr>
          </a:lstStyle>
          <a:p>
            <a:endParaRPr/>
          </a:p>
        </p:txBody>
      </p:sp>
      <p:sp>
        <p:nvSpPr>
          <p:cNvPr id="15" name="Google Shape;15;p1"/>
          <p:cNvSpPr txBox="1">
            <a:spLocks noGrp="1"/>
          </p:cNvSpPr>
          <p:nvPr>
            <p:ph type="ftr" idx="11"/>
          </p:nvPr>
        </p:nvSpPr>
        <p:spPr>
          <a:xfrm>
            <a:off x="2764639" y="6459786"/>
            <a:ext cx="3617103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900" b="0" i="0" u="none" strike="noStrike" cap="none">
                <a:solidFill>
                  <a:srgbClr val="FFFFFF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9pPr>
          </a:lstStyle>
          <a:p>
            <a:endParaRPr/>
          </a:p>
        </p:txBody>
      </p:sp>
      <p:sp>
        <p:nvSpPr>
          <p:cNvPr id="16" name="Google Shape;16;p1"/>
          <p:cNvSpPr txBox="1">
            <a:spLocks noGrp="1"/>
          </p:cNvSpPr>
          <p:nvPr>
            <p:ph type="sldNum" idx="12"/>
          </p:nvPr>
        </p:nvSpPr>
        <p:spPr>
          <a:xfrm>
            <a:off x="7425344" y="6459786"/>
            <a:ext cx="984019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 rtl="0">
              <a:spcBef>
                <a:spcPts val="0"/>
              </a:spcBef>
              <a:buNone/>
              <a:defRPr sz="1050" b="0" i="0" u="none" strike="noStrike" cap="none">
                <a:solidFill>
                  <a:srgbClr val="FFFFFF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marL="0" marR="0" lvl="1" indent="0" algn="r" rtl="0">
              <a:spcBef>
                <a:spcPts val="0"/>
              </a:spcBef>
              <a:buNone/>
              <a:defRPr sz="1050" b="0" i="0" u="none" strike="noStrike" cap="none">
                <a:solidFill>
                  <a:srgbClr val="FFFFFF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2pPr>
            <a:lvl3pPr marL="0" marR="0" lvl="2" indent="0" algn="r" rtl="0">
              <a:spcBef>
                <a:spcPts val="0"/>
              </a:spcBef>
              <a:buNone/>
              <a:defRPr sz="1050" b="0" i="0" u="none" strike="noStrike" cap="none">
                <a:solidFill>
                  <a:srgbClr val="FFFFFF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3pPr>
            <a:lvl4pPr marL="0" marR="0" lvl="3" indent="0" algn="r" rtl="0">
              <a:spcBef>
                <a:spcPts val="0"/>
              </a:spcBef>
              <a:buNone/>
              <a:defRPr sz="1050" b="0" i="0" u="none" strike="noStrike" cap="none">
                <a:solidFill>
                  <a:srgbClr val="FFFFFF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4pPr>
            <a:lvl5pPr marL="0" marR="0" lvl="4" indent="0" algn="r" rtl="0">
              <a:spcBef>
                <a:spcPts val="0"/>
              </a:spcBef>
              <a:buNone/>
              <a:defRPr sz="1050" b="0" i="0" u="none" strike="noStrike" cap="none">
                <a:solidFill>
                  <a:srgbClr val="FFFFFF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5pPr>
            <a:lvl6pPr marL="0" marR="0" lvl="5" indent="0" algn="r" rtl="0">
              <a:spcBef>
                <a:spcPts val="0"/>
              </a:spcBef>
              <a:buNone/>
              <a:defRPr sz="1050" b="0" i="0" u="none" strike="noStrike" cap="none">
                <a:solidFill>
                  <a:srgbClr val="FFFFFF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6pPr>
            <a:lvl7pPr marL="0" marR="0" lvl="6" indent="0" algn="r" rtl="0">
              <a:spcBef>
                <a:spcPts val="0"/>
              </a:spcBef>
              <a:buNone/>
              <a:defRPr sz="1050" b="0" i="0" u="none" strike="noStrike" cap="none">
                <a:solidFill>
                  <a:srgbClr val="FFFFFF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7pPr>
            <a:lvl8pPr marL="0" marR="0" lvl="7" indent="0" algn="r" rtl="0">
              <a:spcBef>
                <a:spcPts val="0"/>
              </a:spcBef>
              <a:buNone/>
              <a:defRPr sz="1050" b="0" i="0" u="none" strike="noStrike" cap="none">
                <a:solidFill>
                  <a:srgbClr val="FFFFFF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8pPr>
            <a:lvl9pPr marL="0" marR="0" lvl="8" indent="0" algn="r" rtl="0">
              <a:spcBef>
                <a:spcPts val="0"/>
              </a:spcBef>
              <a:buNone/>
              <a:defRPr sz="1050" b="0" i="0" u="none" strike="noStrike" cap="none">
                <a:solidFill>
                  <a:srgbClr val="FFFFFF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AU"/>
              <a:t>‹#›</a:t>
            </a:fld>
            <a:endParaRPr/>
          </a:p>
        </p:txBody>
      </p:sp>
      <p:cxnSp>
        <p:nvCxnSpPr>
          <p:cNvPr id="17" name="Google Shape;17;p1"/>
          <p:cNvCxnSpPr/>
          <p:nvPr/>
        </p:nvCxnSpPr>
        <p:spPr>
          <a:xfrm>
            <a:off x="838200" y="1066800"/>
            <a:ext cx="7475220" cy="0"/>
          </a:xfrm>
          <a:prstGeom prst="straightConnector1">
            <a:avLst/>
          </a:prstGeom>
          <a:noFill/>
          <a:ln w="9525" cap="flat" cmpd="sng">
            <a:solidFill>
              <a:srgbClr val="7F7F7F"/>
            </a:solidFill>
            <a:prstDash val="solid"/>
            <a:round/>
            <a:headEnd type="none" w="sm" len="sm"/>
            <a:tailEnd type="none" w="sm" len="sm"/>
          </a:ln>
        </p:spPr>
      </p:cxn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1.xml"/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2.xml"/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3.xml"/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4.xml"/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5.xml"/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6.xml"/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7.xml"/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8.xml"/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9.xml"/><Relationship Id="rId1" Type="http://schemas.openxmlformats.org/officeDocument/2006/relationships/slideLayout" Target="../slideLayouts/slideLayout2.xml"/></Relationships>
</file>

<file path=ppt/slides/_rels/slide4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0.xml"/><Relationship Id="rId1" Type="http://schemas.openxmlformats.org/officeDocument/2006/relationships/slideLayout" Target="../slideLayouts/slideLayout2.xml"/></Relationships>
</file>

<file path=ppt/slides/_rels/slide4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1.xml"/><Relationship Id="rId1" Type="http://schemas.openxmlformats.org/officeDocument/2006/relationships/slideLayout" Target="../slideLayouts/slideLayout2.xml"/></Relationships>
</file>

<file path=ppt/slides/_rels/slide4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2.xml"/><Relationship Id="rId1" Type="http://schemas.openxmlformats.org/officeDocument/2006/relationships/slideLayout" Target="../slideLayouts/slideLayout2.xml"/></Relationships>
</file>

<file path=ppt/slides/_rels/slide4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3.xml"/><Relationship Id="rId1" Type="http://schemas.openxmlformats.org/officeDocument/2006/relationships/slideLayout" Target="../slideLayouts/slideLayout2.xml"/></Relationships>
</file>

<file path=ppt/slides/_rels/slide4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4.xml"/><Relationship Id="rId1" Type="http://schemas.openxmlformats.org/officeDocument/2006/relationships/slideLayout" Target="../slideLayouts/slideLayout2.xml"/></Relationships>
</file>

<file path=ppt/slides/_rels/slide4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45.xml"/><Relationship Id="rId1" Type="http://schemas.openxmlformats.org/officeDocument/2006/relationships/slideLayout" Target="../slideLayouts/slideLayout2.xml"/></Relationships>
</file>

<file path=ppt/slides/_rels/slide4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46.xml"/><Relationship Id="rId1" Type="http://schemas.openxmlformats.org/officeDocument/2006/relationships/slideLayout" Target="../slideLayouts/slideLayout2.xml"/></Relationships>
</file>

<file path=ppt/slides/_rels/slide4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7.xml"/><Relationship Id="rId1" Type="http://schemas.openxmlformats.org/officeDocument/2006/relationships/slideLayout" Target="../slideLayouts/slideLayout2.xml"/></Relationships>
</file>

<file path=ppt/slides/_rels/slide4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48.xml"/><Relationship Id="rId1" Type="http://schemas.openxmlformats.org/officeDocument/2006/relationships/slideLayout" Target="../slideLayouts/slideLayout2.xml"/></Relationships>
</file>

<file path=ppt/slides/_rels/slide4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9.xml"/><Relationship Id="rId1" Type="http://schemas.openxmlformats.org/officeDocument/2006/relationships/slideLayout" Target="../slideLayouts/slideLayout2.xml"/></Relationships>
</file>

<file path=ppt/slides/_rels/slide5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0.xml"/><Relationship Id="rId1" Type="http://schemas.openxmlformats.org/officeDocument/2006/relationships/slideLayout" Target="../slideLayouts/slideLayout2.xml"/></Relationships>
</file>

<file path=ppt/slides/_rels/slide5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1.xml"/><Relationship Id="rId1" Type="http://schemas.openxmlformats.org/officeDocument/2006/relationships/slideLayout" Target="../slideLayouts/slideLayout2.xml"/></Relationships>
</file>

<file path=ppt/slides/_rels/slide5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2.xml"/><Relationship Id="rId1" Type="http://schemas.openxmlformats.org/officeDocument/2006/relationships/slideLayout" Target="../slideLayouts/slideLayout2.xml"/></Relationships>
</file>

<file path=ppt/slides/_rels/slide5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3.xml"/><Relationship Id="rId1" Type="http://schemas.openxmlformats.org/officeDocument/2006/relationships/slideLayout" Target="../slideLayouts/slideLayout2.xml"/></Relationships>
</file>

<file path=ppt/slides/_rels/slide5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4.xml"/><Relationship Id="rId1" Type="http://schemas.openxmlformats.org/officeDocument/2006/relationships/slideLayout" Target="../slideLayouts/slideLayout2.xml"/></Relationships>
</file>

<file path=ppt/slides/_rels/slide5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5.xml"/><Relationship Id="rId1" Type="http://schemas.openxmlformats.org/officeDocument/2006/relationships/slideLayout" Target="../slideLayouts/slideLayout2.xml"/></Relationships>
</file>

<file path=ppt/slides/_rels/slide5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6.xml"/><Relationship Id="rId1" Type="http://schemas.openxmlformats.org/officeDocument/2006/relationships/slideLayout" Target="../slideLayouts/slideLayout2.xml"/></Relationships>
</file>

<file path=ppt/slides/_rels/slide5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7.xml"/><Relationship Id="rId1" Type="http://schemas.openxmlformats.org/officeDocument/2006/relationships/slideLayout" Target="../slideLayouts/slideLayout2.xml"/></Relationships>
</file>

<file path=ppt/slides/_rels/slide5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8.xml"/><Relationship Id="rId1" Type="http://schemas.openxmlformats.org/officeDocument/2006/relationships/slideLayout" Target="../slideLayouts/slideLayout2.xml"/></Relationships>
</file>

<file path=ppt/slides/_rels/slide5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9.xml"/><Relationship Id="rId1" Type="http://schemas.openxmlformats.org/officeDocument/2006/relationships/slideLayout" Target="../slideLayouts/slideLayout2.xml"/></Relationships>
</file>

<file path=ppt/slides/_rels/slide6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0.xml"/><Relationship Id="rId1" Type="http://schemas.openxmlformats.org/officeDocument/2006/relationships/slideLayout" Target="../slideLayouts/slideLayout2.xml"/></Relationships>
</file>

<file path=ppt/slides/_rels/slide6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1.xml"/><Relationship Id="rId1" Type="http://schemas.openxmlformats.org/officeDocument/2006/relationships/slideLayout" Target="../slideLayouts/slideLayout2.xml"/></Relationships>
</file>

<file path=ppt/slides/_rels/slide6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2.xml"/><Relationship Id="rId1" Type="http://schemas.openxmlformats.org/officeDocument/2006/relationships/slideLayout" Target="../slideLayouts/slideLayout2.xml"/></Relationships>
</file>

<file path=ppt/slides/_rels/slide6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3.xml"/><Relationship Id="rId1" Type="http://schemas.openxmlformats.org/officeDocument/2006/relationships/slideLayout" Target="../slideLayouts/slideLayout2.xml"/></Relationships>
</file>

<file path=ppt/slides/_rels/slide6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4.xml"/><Relationship Id="rId1" Type="http://schemas.openxmlformats.org/officeDocument/2006/relationships/slideLayout" Target="../slideLayouts/slideLayout2.xml"/></Relationships>
</file>

<file path=ppt/slides/_rels/slide6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5.xml"/><Relationship Id="rId1" Type="http://schemas.openxmlformats.org/officeDocument/2006/relationships/slideLayout" Target="../slideLayouts/slideLayout2.xml"/></Relationships>
</file>

<file path=ppt/slides/_rels/slide6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6.xml"/><Relationship Id="rId1" Type="http://schemas.openxmlformats.org/officeDocument/2006/relationships/slideLayout" Target="../slideLayouts/slideLayout2.xml"/></Relationships>
</file>

<file path=ppt/slides/_rels/slide6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7.xml"/><Relationship Id="rId1" Type="http://schemas.openxmlformats.org/officeDocument/2006/relationships/slideLayout" Target="../slideLayouts/slideLayout2.xml"/></Relationships>
</file>

<file path=ppt/slides/_rels/slide6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8.xml"/><Relationship Id="rId1" Type="http://schemas.openxmlformats.org/officeDocument/2006/relationships/slideLayout" Target="../slideLayouts/slideLayout2.xml"/></Relationships>
</file>

<file path=ppt/slides/_rels/slide6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9.xml"/><Relationship Id="rId1" Type="http://schemas.openxmlformats.org/officeDocument/2006/relationships/slideLayout" Target="../slideLayouts/slideLayout2.xml"/></Relationships>
</file>

<file path=ppt/slides/_rels/slide7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0.xml"/><Relationship Id="rId1" Type="http://schemas.openxmlformats.org/officeDocument/2006/relationships/slideLayout" Target="../slideLayouts/slideLayout2.xml"/></Relationships>
</file>

<file path=ppt/slides/_rels/slide7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1.xml"/><Relationship Id="rId1" Type="http://schemas.openxmlformats.org/officeDocument/2006/relationships/slideLayout" Target="../slideLayouts/slideLayout2.xml"/></Relationships>
</file>

<file path=ppt/slides/_rels/slide7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2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" name="Google Shape;106;p13"/>
          <p:cNvSpPr txBox="1">
            <a:spLocks noGrp="1"/>
          </p:cNvSpPr>
          <p:nvPr>
            <p:ph type="ctrTitle"/>
          </p:nvPr>
        </p:nvSpPr>
        <p:spPr>
          <a:xfrm>
            <a:off x="822960" y="758952"/>
            <a:ext cx="7543800" cy="3566100"/>
          </a:xfrm>
          <a:prstGeom prst="rect">
            <a:avLst/>
          </a:prstGeom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AU" sz="6600">
                <a:solidFill>
                  <a:schemeClr val="dk2"/>
                </a:solidFill>
              </a:rPr>
              <a:t>PLpgSQL</a:t>
            </a:r>
            <a:endParaRPr sz="6600">
              <a:solidFill>
                <a:schemeClr val="dk1"/>
              </a:solidFill>
            </a:endParaRPr>
          </a:p>
        </p:txBody>
      </p:sp>
      <p:sp>
        <p:nvSpPr>
          <p:cNvPr id="108" name="Google Shape;108;p13"/>
          <p:cNvSpPr txBox="1">
            <a:spLocks noGrp="1"/>
          </p:cNvSpPr>
          <p:nvPr>
            <p:ph type="sldNum" idx="12"/>
          </p:nvPr>
        </p:nvSpPr>
        <p:spPr>
          <a:xfrm>
            <a:off x="7425344" y="6459786"/>
            <a:ext cx="984000" cy="365100"/>
          </a:xfrm>
          <a:prstGeom prst="rect">
            <a:avLst/>
          </a:prstGeom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AU"/>
              <a:t>1</a:t>
            </a:fld>
            <a:endParaRPr/>
          </a:p>
        </p:txBody>
      </p:sp>
      <p:sp>
        <p:nvSpPr>
          <p:cNvPr id="3" name="副标题 2">
            <a:extLst>
              <a:ext uri="{FF2B5EF4-FFF2-40B4-BE49-F238E27FC236}">
                <a16:creationId xmlns:a16="http://schemas.microsoft.com/office/drawing/2014/main" id="{0ABF6F32-22CD-3205-49DA-A13BE605F7E8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zh-CN" altLang="en-US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0" name="Google Shape;130;p16"/>
          <p:cNvSpPr txBox="1">
            <a:spLocks noGrp="1"/>
          </p:cNvSpPr>
          <p:nvPr>
            <p:ph type="title"/>
          </p:nvPr>
        </p:nvSpPr>
        <p:spPr>
          <a:xfrm>
            <a:off x="822960" y="286605"/>
            <a:ext cx="7543800" cy="7041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AU"/>
              <a:t>SQL</a:t>
            </a:r>
            <a:endParaRPr/>
          </a:p>
        </p:txBody>
      </p:sp>
      <p:sp>
        <p:nvSpPr>
          <p:cNvPr id="131" name="Google Shape;131;p16"/>
          <p:cNvSpPr txBox="1">
            <a:spLocks noGrp="1"/>
          </p:cNvSpPr>
          <p:nvPr>
            <p:ph type="sldNum" idx="12"/>
          </p:nvPr>
        </p:nvSpPr>
        <p:spPr>
          <a:xfrm>
            <a:off x="7425344" y="6459786"/>
            <a:ext cx="984000" cy="365100"/>
          </a:xfrm>
          <a:prstGeom prst="rect">
            <a:avLst/>
          </a:prstGeom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AU"/>
              <a:t>2</a:t>
            </a:fld>
            <a:endParaRPr/>
          </a:p>
        </p:txBody>
      </p:sp>
      <p:sp>
        <p:nvSpPr>
          <p:cNvPr id="132" name="Google Shape;132;p16"/>
          <p:cNvSpPr txBox="1"/>
          <p:nvPr/>
        </p:nvSpPr>
        <p:spPr>
          <a:xfrm>
            <a:off x="844188" y="1066800"/>
            <a:ext cx="3893400" cy="4802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0" bIns="45700" anchor="t" anchorCtr="0">
            <a:normAutofit/>
          </a:bodyPr>
          <a:lstStyle/>
          <a:p>
            <a:pPr marL="0" lvl="1" indent="0" algn="l" rtl="0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AU" sz="2000">
                <a:solidFill>
                  <a:srgbClr val="3F3F3F"/>
                </a:solidFill>
              </a:rPr>
              <a:t>SELECT</a:t>
            </a:r>
            <a:endParaRPr sz="1800">
              <a:solidFill>
                <a:srgbClr val="3F3F3F"/>
              </a:solidFill>
            </a:endParaRPr>
          </a:p>
          <a:p>
            <a:pPr marL="342900" lvl="2" indent="-342900" algn="l" rtl="0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rgbClr val="E84C22"/>
              </a:buClr>
              <a:buSzPts val="2000"/>
              <a:buFont typeface="Courier New"/>
              <a:buChar char="o"/>
            </a:pPr>
            <a:r>
              <a:rPr lang="en-AU" sz="2000">
                <a:solidFill>
                  <a:srgbClr val="3F3F3F"/>
                </a:solidFill>
              </a:rPr>
              <a:t>Single Table</a:t>
            </a:r>
            <a:endParaRPr>
              <a:solidFill>
                <a:srgbClr val="3F3F3F"/>
              </a:solidFill>
            </a:endParaRPr>
          </a:p>
          <a:p>
            <a:pPr marL="342900" lvl="2" indent="-342900" algn="l" rtl="0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rgbClr val="E84C22"/>
              </a:buClr>
              <a:buSzPts val="2000"/>
              <a:buFont typeface="Courier New"/>
              <a:buChar char="o"/>
            </a:pPr>
            <a:r>
              <a:rPr lang="en-AU" sz="2000">
                <a:solidFill>
                  <a:srgbClr val="3F3F3F"/>
                </a:solidFill>
              </a:rPr>
              <a:t>Multiple Tables</a:t>
            </a:r>
            <a:endParaRPr>
              <a:solidFill>
                <a:srgbClr val="3F3F3F"/>
              </a:solidFill>
            </a:endParaRPr>
          </a:p>
          <a:p>
            <a:pPr marL="0" lvl="1" indent="0" algn="l" rtl="0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AU" sz="2000">
                <a:solidFill>
                  <a:srgbClr val="3F3F3F"/>
                </a:solidFill>
              </a:rPr>
              <a:t>Aggregation</a:t>
            </a:r>
            <a:endParaRPr sz="1800">
              <a:solidFill>
                <a:srgbClr val="3F3F3F"/>
              </a:solidFill>
            </a:endParaRPr>
          </a:p>
          <a:p>
            <a:pPr marL="342900" lvl="2" indent="-342900" algn="l" rtl="0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rgbClr val="E84C22"/>
              </a:buClr>
              <a:buSzPts val="2000"/>
              <a:buFont typeface="Courier New"/>
              <a:buChar char="o"/>
            </a:pPr>
            <a:r>
              <a:rPr lang="en-AU" sz="2000">
                <a:solidFill>
                  <a:srgbClr val="3F3F3F"/>
                </a:solidFill>
              </a:rPr>
              <a:t>GROUP BY</a:t>
            </a:r>
            <a:endParaRPr>
              <a:solidFill>
                <a:srgbClr val="3F3F3F"/>
              </a:solidFill>
            </a:endParaRPr>
          </a:p>
          <a:p>
            <a:pPr marL="342900" lvl="2" indent="-342900" algn="l" rtl="0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rgbClr val="E84C22"/>
              </a:buClr>
              <a:buSzPts val="2000"/>
              <a:buFont typeface="Courier New"/>
              <a:buChar char="o"/>
            </a:pPr>
            <a:r>
              <a:rPr lang="en-AU" sz="2000">
                <a:solidFill>
                  <a:srgbClr val="3F3F3F"/>
                </a:solidFill>
              </a:rPr>
              <a:t>HAVING</a:t>
            </a:r>
            <a:endParaRPr>
              <a:solidFill>
                <a:srgbClr val="3F3F3F"/>
              </a:solidFill>
            </a:endParaRPr>
          </a:p>
          <a:p>
            <a:pPr marL="0" lvl="1" indent="0" algn="l" rtl="0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AU" sz="2000">
                <a:solidFill>
                  <a:srgbClr val="3F3F3F"/>
                </a:solidFill>
              </a:rPr>
              <a:t>Data definition</a:t>
            </a:r>
            <a:endParaRPr sz="1800">
              <a:solidFill>
                <a:srgbClr val="3F3F3F"/>
              </a:solidFill>
            </a:endParaRPr>
          </a:p>
          <a:p>
            <a:pPr marL="342900" lvl="2" indent="-342900" algn="l" rtl="0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rgbClr val="E84C22"/>
              </a:buClr>
              <a:buSzPts val="1600"/>
              <a:buFont typeface="Courier New"/>
              <a:buChar char="o"/>
            </a:pPr>
            <a:r>
              <a:rPr lang="en-AU" sz="2000">
                <a:solidFill>
                  <a:srgbClr val="3F3F3F"/>
                </a:solidFill>
              </a:rPr>
              <a:t>CREATE TABLE</a:t>
            </a:r>
            <a:endParaRPr>
              <a:solidFill>
                <a:srgbClr val="3F3F3F"/>
              </a:solidFill>
            </a:endParaRPr>
          </a:p>
        </p:txBody>
      </p:sp>
      <p:sp>
        <p:nvSpPr>
          <p:cNvPr id="133" name="Google Shape;133;p16"/>
          <p:cNvSpPr txBox="1"/>
          <p:nvPr/>
        </p:nvSpPr>
        <p:spPr>
          <a:xfrm>
            <a:off x="4737464" y="1066800"/>
            <a:ext cx="3893400" cy="4802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0" bIns="45700" anchor="t" anchorCtr="0">
            <a:normAutofit/>
          </a:bodyPr>
          <a:lstStyle/>
          <a:p>
            <a:pPr marL="0" marR="0" lvl="1" indent="0" algn="l" rtl="0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rgbClr val="E84C22"/>
              </a:buClr>
              <a:buSzPts val="2000"/>
              <a:buFont typeface="Calibri"/>
              <a:buNone/>
            </a:pPr>
            <a:r>
              <a:rPr lang="en-AU" sz="2000" b="0" i="0" u="none" strike="noStrike" cap="none">
                <a:solidFill>
                  <a:srgbClr val="3F3F3F"/>
                </a:solidFill>
                <a:latin typeface="Arial"/>
                <a:ea typeface="Arial"/>
                <a:cs typeface="Arial"/>
                <a:sym typeface="Arial"/>
              </a:rPr>
              <a:t>Modification</a:t>
            </a:r>
            <a:endParaRPr/>
          </a:p>
          <a:p>
            <a:pPr marL="342900" marR="0" lvl="2" indent="-342900" algn="l" rtl="0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rgbClr val="E84C22"/>
              </a:buClr>
              <a:buSzPts val="2000"/>
              <a:buFont typeface="Courier New"/>
              <a:buChar char="o"/>
            </a:pPr>
            <a:r>
              <a:rPr lang="en-AU" sz="2000" b="0" i="0" u="none" strike="noStrike" cap="none">
                <a:solidFill>
                  <a:srgbClr val="3F3F3F"/>
                </a:solidFill>
                <a:latin typeface="Arial"/>
                <a:ea typeface="Arial"/>
                <a:cs typeface="Arial"/>
                <a:sym typeface="Arial"/>
              </a:rPr>
              <a:t>INSERT/DELETE/UPDATE</a:t>
            </a:r>
            <a:endParaRPr/>
          </a:p>
          <a:p>
            <a:pPr marL="0" marR="0" lvl="1" indent="0" algn="l" rtl="0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rgbClr val="E84C22"/>
              </a:buClr>
              <a:buSzPts val="2000"/>
              <a:buFont typeface="Calibri"/>
              <a:buNone/>
            </a:pPr>
            <a:r>
              <a:rPr lang="en-AU" sz="2000" b="0" i="0" u="none" strike="noStrike" cap="none">
                <a:solidFill>
                  <a:srgbClr val="3F3F3F"/>
                </a:solidFill>
                <a:latin typeface="Arial"/>
                <a:ea typeface="Arial"/>
                <a:cs typeface="Arial"/>
                <a:sym typeface="Arial"/>
              </a:rPr>
              <a:t>Change schemas</a:t>
            </a:r>
            <a:endParaRPr/>
          </a:p>
          <a:p>
            <a:pPr marL="342900" marR="0" lvl="2" indent="-342900" algn="l" rtl="0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rgbClr val="E84C22"/>
              </a:buClr>
              <a:buSzPts val="2000"/>
              <a:buFont typeface="Courier New"/>
              <a:buChar char="o"/>
            </a:pPr>
            <a:r>
              <a:rPr lang="en-AU" sz="2000" b="0" i="0" u="none" strike="noStrike" cap="none">
                <a:solidFill>
                  <a:srgbClr val="3F3F3F"/>
                </a:solidFill>
                <a:latin typeface="Arial"/>
                <a:ea typeface="Arial"/>
                <a:cs typeface="Arial"/>
                <a:sym typeface="Arial"/>
              </a:rPr>
              <a:t>ALTER</a:t>
            </a:r>
            <a:endParaRPr/>
          </a:p>
          <a:p>
            <a:pPr marL="0" marR="0" lvl="1" indent="0" algn="l" rtl="0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rgbClr val="E84C22"/>
              </a:buClr>
              <a:buSzPts val="2000"/>
              <a:buFont typeface="Calibri"/>
              <a:buNone/>
            </a:pPr>
            <a:r>
              <a:rPr lang="en-AU" sz="2000" b="0" i="0" u="none" strike="noStrike" cap="none">
                <a:solidFill>
                  <a:srgbClr val="3F3F3F"/>
                </a:solidFill>
                <a:latin typeface="Arial"/>
                <a:ea typeface="Arial"/>
                <a:cs typeface="Arial"/>
                <a:sym typeface="Arial"/>
              </a:rPr>
              <a:t>Views</a:t>
            </a:r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9" name="Google Shape;139;p17"/>
          <p:cNvSpPr txBox="1">
            <a:spLocks noGrp="1"/>
          </p:cNvSpPr>
          <p:nvPr>
            <p:ph type="title"/>
          </p:nvPr>
        </p:nvSpPr>
        <p:spPr>
          <a:xfrm>
            <a:off x="822960" y="286605"/>
            <a:ext cx="7543800" cy="70399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 fontScale="90000"/>
          </a:bodyPr>
          <a:lstStyle/>
          <a:p>
            <a:pPr marL="0" lvl="0" indent="0" algn="l" rtl="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rgbClr val="3F3F3F"/>
              </a:buClr>
              <a:buSzPct val="100000"/>
              <a:buFont typeface="Times New Roman"/>
              <a:buNone/>
            </a:pPr>
            <a:r>
              <a:rPr lang="en-AU"/>
              <a:t>Can SQL do this?</a:t>
            </a:r>
            <a:endParaRPr/>
          </a:p>
        </p:txBody>
      </p:sp>
      <p:sp>
        <p:nvSpPr>
          <p:cNvPr id="140" name="Google Shape;140;p17"/>
          <p:cNvSpPr txBox="1">
            <a:spLocks noGrp="1"/>
          </p:cNvSpPr>
          <p:nvPr>
            <p:ph type="body" idx="1"/>
          </p:nvPr>
        </p:nvSpPr>
        <p:spPr>
          <a:xfrm>
            <a:off x="822959" y="1143000"/>
            <a:ext cx="7543801" cy="472609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0" bIns="45700" anchor="t" anchorCtr="0">
            <a:normAutofit/>
          </a:bodyPr>
          <a:lstStyle/>
          <a:p>
            <a:pPr marL="91440" lvl="0" indent="-12700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2000"/>
              <a:buChar char=" "/>
            </a:pPr>
            <a:r>
              <a:rPr lang="en-AU"/>
              <a:t>Consider the </a:t>
            </a:r>
            <a:r>
              <a:rPr lang="en-AU" b="1"/>
              <a:t>scenario:</a:t>
            </a:r>
            <a:endParaRPr/>
          </a:p>
          <a:p>
            <a:pPr marL="384048" lvl="1" indent="-182880" algn="l" rtl="0">
              <a:lnSpc>
                <a:spcPct val="150000"/>
              </a:lnSpc>
              <a:spcBef>
                <a:spcPts val="400"/>
              </a:spcBef>
              <a:spcAft>
                <a:spcPts val="0"/>
              </a:spcAft>
              <a:buSzPts val="2000"/>
              <a:buChar char="◦"/>
            </a:pPr>
            <a:r>
              <a:rPr lang="en-AU" sz="2000"/>
              <a:t>Withdraw money at an ATM</a:t>
            </a:r>
            <a:endParaRPr/>
          </a:p>
          <a:p>
            <a:pPr marL="384048" lvl="1" indent="-182880" algn="l" rtl="0">
              <a:lnSpc>
                <a:spcPct val="150000"/>
              </a:lnSpc>
              <a:spcBef>
                <a:spcPts val="600"/>
              </a:spcBef>
              <a:spcAft>
                <a:spcPts val="0"/>
              </a:spcAft>
              <a:buSzPts val="2000"/>
              <a:buChar char="◦"/>
            </a:pPr>
            <a:r>
              <a:rPr lang="en-AU" sz="2000"/>
              <a:t>A bank customer attempts to withdraw funds in their account.</a:t>
            </a:r>
            <a:endParaRPr/>
          </a:p>
          <a:p>
            <a:pPr marL="384048" lvl="1" indent="-182880" algn="l" rtl="0">
              <a:lnSpc>
                <a:spcPct val="150000"/>
              </a:lnSpc>
              <a:spcBef>
                <a:spcPts val="600"/>
              </a:spcBef>
              <a:spcAft>
                <a:spcPts val="0"/>
              </a:spcAft>
              <a:buSzPts val="2000"/>
              <a:buChar char="◦"/>
            </a:pPr>
            <a:r>
              <a:rPr lang="en-AU" sz="2000"/>
              <a:t>An ATM interacts with a secure database with your banking details.</a:t>
            </a:r>
            <a:endParaRPr/>
          </a:p>
        </p:txBody>
      </p:sp>
      <p:sp>
        <p:nvSpPr>
          <p:cNvPr id="141" name="Google Shape;141;p17"/>
          <p:cNvSpPr txBox="1">
            <a:spLocks noGrp="1"/>
          </p:cNvSpPr>
          <p:nvPr>
            <p:ph type="sldNum" idx="12"/>
          </p:nvPr>
        </p:nvSpPr>
        <p:spPr>
          <a:xfrm>
            <a:off x="7425344" y="6459786"/>
            <a:ext cx="984019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AU"/>
              <a:t>3</a:t>
            </a:fld>
            <a:endParaRPr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7" name="Google Shape;147;p18"/>
          <p:cNvSpPr txBox="1">
            <a:spLocks noGrp="1"/>
          </p:cNvSpPr>
          <p:nvPr>
            <p:ph type="title"/>
          </p:nvPr>
        </p:nvSpPr>
        <p:spPr>
          <a:xfrm>
            <a:off x="822960" y="286605"/>
            <a:ext cx="7543800" cy="70399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 fontScale="90000"/>
          </a:bodyPr>
          <a:lstStyle/>
          <a:p>
            <a:pPr marL="0" lvl="0" indent="0" algn="l" rtl="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rgbClr val="3F3F3F"/>
              </a:buClr>
              <a:buSzPct val="100000"/>
              <a:buFont typeface="Times New Roman"/>
              <a:buNone/>
            </a:pPr>
            <a:r>
              <a:rPr lang="en-AU"/>
              <a:t>What can SQL do?(cont.)</a:t>
            </a:r>
            <a:endParaRPr/>
          </a:p>
        </p:txBody>
      </p:sp>
      <p:sp>
        <p:nvSpPr>
          <p:cNvPr id="148" name="Google Shape;148;p18"/>
          <p:cNvSpPr txBox="1">
            <a:spLocks noGrp="1"/>
          </p:cNvSpPr>
          <p:nvPr>
            <p:ph type="body" idx="1"/>
          </p:nvPr>
        </p:nvSpPr>
        <p:spPr>
          <a:xfrm>
            <a:off x="822959" y="1143000"/>
            <a:ext cx="7543801" cy="472609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0" bIns="45700" anchor="t" anchorCtr="0">
            <a:normAutofit/>
          </a:bodyPr>
          <a:lstStyle/>
          <a:p>
            <a:pPr marL="91440" lvl="0" indent="-12700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000"/>
              <a:buChar char=" "/>
            </a:pPr>
            <a:r>
              <a:rPr lang="en-AU"/>
              <a:t>Example: say a person with acctNum 1 is trying to withdraw 50 dollars</a:t>
            </a:r>
            <a:endParaRPr/>
          </a:p>
          <a:p>
            <a:pPr marL="91440" lvl="0" indent="-127000" algn="l" rtl="0">
              <a:lnSpc>
                <a:spcPct val="90000"/>
              </a:lnSpc>
              <a:spcBef>
                <a:spcPts val="1400"/>
              </a:spcBef>
              <a:spcAft>
                <a:spcPts val="0"/>
              </a:spcAft>
              <a:buSzPts val="2000"/>
              <a:buChar char=" "/>
            </a:pPr>
            <a:r>
              <a:rPr lang="en-AU"/>
              <a:t>Imagine that this is the implementation for the bank withdraw scenario:</a:t>
            </a:r>
            <a:endParaRPr/>
          </a:p>
          <a:p>
            <a:pPr marL="201168" lvl="1" indent="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None/>
            </a:pPr>
            <a:endParaRPr/>
          </a:p>
          <a:p>
            <a:pPr marL="201168" lvl="1" indent="0" algn="l" rtl="0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SzPts val="1800"/>
              <a:buNone/>
            </a:pPr>
            <a:r>
              <a:rPr lang="en-AU" b="1"/>
              <a:t>Select 'Insufficient Funds'</a:t>
            </a:r>
            <a:endParaRPr b="1"/>
          </a:p>
          <a:p>
            <a:pPr marL="201168" lvl="1" indent="0" algn="l" rtl="0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SzPts val="1800"/>
              <a:buNone/>
            </a:pPr>
            <a:r>
              <a:rPr lang="en-AU" b="1"/>
              <a:t>from Accounts</a:t>
            </a:r>
            <a:endParaRPr b="1"/>
          </a:p>
          <a:p>
            <a:pPr marL="201168" lvl="1" indent="0" algn="l" rtl="0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SzPts val="1800"/>
              <a:buNone/>
            </a:pPr>
            <a:r>
              <a:rPr lang="en-AU" b="1"/>
              <a:t>where acctNo = 1 and balance &lt; 50;</a:t>
            </a:r>
            <a:endParaRPr b="1"/>
          </a:p>
          <a:p>
            <a:pPr marL="201168" lvl="1" indent="0" algn="l" rtl="0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SzPts val="1800"/>
              <a:buNone/>
            </a:pPr>
            <a:endParaRPr b="1"/>
          </a:p>
          <a:p>
            <a:pPr marL="201168" lvl="1" indent="0" algn="l" rtl="0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SzPts val="1800"/>
              <a:buNone/>
            </a:pPr>
            <a:r>
              <a:rPr lang="en-AU" b="1"/>
              <a:t>Update Accounts</a:t>
            </a:r>
            <a:endParaRPr b="1"/>
          </a:p>
          <a:p>
            <a:pPr marL="201168" lvl="1" indent="0" algn="l" rtl="0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SzPts val="1800"/>
              <a:buNone/>
            </a:pPr>
            <a:r>
              <a:rPr lang="en-AU" b="1"/>
              <a:t>set balance = balance - 50</a:t>
            </a:r>
            <a:endParaRPr b="1"/>
          </a:p>
          <a:p>
            <a:pPr marL="201168" lvl="1" indent="0" algn="l" rtl="0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SzPts val="1800"/>
              <a:buNone/>
            </a:pPr>
            <a:r>
              <a:rPr lang="en-AU" b="1"/>
              <a:t>where acctNo = 1 and balance &gt;=  50;</a:t>
            </a:r>
            <a:endParaRPr b="1"/>
          </a:p>
          <a:p>
            <a:pPr marL="201168" lvl="1" indent="0" algn="l" rtl="0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SzPts val="1800"/>
              <a:buNone/>
            </a:pPr>
            <a:endParaRPr b="1"/>
          </a:p>
          <a:p>
            <a:pPr marL="201168" lvl="1" indent="0" algn="l" rtl="0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SzPts val="1800"/>
              <a:buNone/>
            </a:pPr>
            <a:r>
              <a:rPr lang="en-AU" b="1"/>
              <a:t>Select 'New balance:' || balance</a:t>
            </a:r>
            <a:endParaRPr b="1"/>
          </a:p>
          <a:p>
            <a:pPr marL="201168" lvl="1" indent="0" algn="l" rtl="0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SzPts val="1800"/>
              <a:buNone/>
            </a:pPr>
            <a:r>
              <a:rPr lang="en-AU" b="1"/>
              <a:t>from Accounts</a:t>
            </a:r>
            <a:endParaRPr b="1"/>
          </a:p>
          <a:p>
            <a:pPr marL="201168" lvl="1" indent="0" algn="l" rtl="0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SzPts val="1800"/>
              <a:buNone/>
            </a:pPr>
            <a:r>
              <a:rPr lang="en-AU" b="1"/>
              <a:t>where acctNo = 1;</a:t>
            </a:r>
            <a:endParaRPr b="1"/>
          </a:p>
        </p:txBody>
      </p:sp>
      <p:sp>
        <p:nvSpPr>
          <p:cNvPr id="149" name="Google Shape;149;p18"/>
          <p:cNvSpPr txBox="1">
            <a:spLocks noGrp="1"/>
          </p:cNvSpPr>
          <p:nvPr>
            <p:ph type="sldNum" idx="12"/>
          </p:nvPr>
        </p:nvSpPr>
        <p:spPr>
          <a:xfrm>
            <a:off x="7425344" y="6459786"/>
            <a:ext cx="984019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AU"/>
              <a:t>4</a:t>
            </a:fld>
            <a:endParaRPr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5" name="Google Shape;155;p19"/>
          <p:cNvSpPr txBox="1">
            <a:spLocks noGrp="1"/>
          </p:cNvSpPr>
          <p:nvPr>
            <p:ph type="title"/>
          </p:nvPr>
        </p:nvSpPr>
        <p:spPr>
          <a:xfrm>
            <a:off x="822960" y="286605"/>
            <a:ext cx="7543800" cy="70399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 fontScale="90000"/>
          </a:bodyPr>
          <a:lstStyle/>
          <a:p>
            <a:pPr marL="0" lvl="0" indent="0" algn="l" rtl="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rgbClr val="3F3F3F"/>
              </a:buClr>
              <a:buSzPct val="100000"/>
              <a:buFont typeface="Times New Roman"/>
              <a:buNone/>
            </a:pPr>
            <a:r>
              <a:rPr lang="en-AU"/>
              <a:t>What can SQL do?(cont.)</a:t>
            </a:r>
            <a:endParaRPr/>
          </a:p>
        </p:txBody>
      </p:sp>
      <p:sp>
        <p:nvSpPr>
          <p:cNvPr id="156" name="Google Shape;156;p19"/>
          <p:cNvSpPr txBox="1">
            <a:spLocks noGrp="1"/>
          </p:cNvSpPr>
          <p:nvPr>
            <p:ph type="body" idx="1"/>
          </p:nvPr>
        </p:nvSpPr>
        <p:spPr>
          <a:xfrm>
            <a:off x="822959" y="1143000"/>
            <a:ext cx="7543801" cy="472609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0" bIns="45700" anchor="t" anchorCtr="0">
            <a:normAutofit/>
          </a:bodyPr>
          <a:lstStyle/>
          <a:p>
            <a:pPr marL="91440" lvl="0" indent="-12700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2000"/>
              <a:buChar char=" "/>
            </a:pPr>
            <a:r>
              <a:rPr lang="en-AU"/>
              <a:t>We can feel that it implicitly defines two evaluation scenarios:</a:t>
            </a:r>
            <a:endParaRPr/>
          </a:p>
          <a:p>
            <a:pPr marL="384048" lvl="1" indent="-182880" algn="l" rtl="0">
              <a:lnSpc>
                <a:spcPct val="150000"/>
              </a:lnSpc>
              <a:spcBef>
                <a:spcPts val="400"/>
              </a:spcBef>
              <a:spcAft>
                <a:spcPts val="0"/>
              </a:spcAft>
              <a:buSzPts val="1800"/>
              <a:buChar char="◦"/>
            </a:pPr>
            <a:r>
              <a:rPr lang="en-AU"/>
              <a:t>Display ‘Insufficient Funds’, UPDATE has no effect, displays unchanged balance </a:t>
            </a:r>
            <a:endParaRPr/>
          </a:p>
          <a:p>
            <a:pPr marL="384048" lvl="1" indent="-182880" algn="l" rtl="0">
              <a:lnSpc>
                <a:spcPct val="150000"/>
              </a:lnSpc>
              <a:spcBef>
                <a:spcPts val="600"/>
              </a:spcBef>
              <a:spcAft>
                <a:spcPts val="0"/>
              </a:spcAft>
              <a:buSzPts val="1800"/>
              <a:buChar char="◦"/>
            </a:pPr>
            <a:r>
              <a:rPr lang="en-AU"/>
              <a:t>UPDATE occurs as required, displays changed balance</a:t>
            </a:r>
            <a:endParaRPr/>
          </a:p>
          <a:p>
            <a:pPr marL="91440" lvl="0" indent="-127000" algn="l" rtl="0">
              <a:lnSpc>
                <a:spcPct val="150000"/>
              </a:lnSpc>
              <a:spcBef>
                <a:spcPts val="1600"/>
              </a:spcBef>
              <a:spcAft>
                <a:spcPts val="0"/>
              </a:spcAft>
              <a:buSzPts val="2000"/>
              <a:buChar char=" "/>
            </a:pPr>
            <a:r>
              <a:rPr lang="en-AU"/>
              <a:t>i.e. </a:t>
            </a:r>
            <a:r>
              <a:rPr lang="en-AU" i="1"/>
              <a:t>If there is not enough funds, the ATM should indicate ‘Insufficient Funds’; otherwise, it should allow the withdrawal and update the account balance.</a:t>
            </a:r>
            <a:endParaRPr/>
          </a:p>
          <a:p>
            <a:pPr marL="91440" lvl="0" indent="0" algn="l" rtl="0">
              <a:lnSpc>
                <a:spcPct val="150000"/>
              </a:lnSpc>
              <a:spcBef>
                <a:spcPts val="1400"/>
              </a:spcBef>
              <a:spcAft>
                <a:spcPts val="0"/>
              </a:spcAft>
              <a:buSzPts val="2000"/>
              <a:buNone/>
            </a:pPr>
            <a:endParaRPr b="1"/>
          </a:p>
        </p:txBody>
      </p:sp>
      <p:sp>
        <p:nvSpPr>
          <p:cNvPr id="157" name="Google Shape;157;p19"/>
          <p:cNvSpPr txBox="1">
            <a:spLocks noGrp="1"/>
          </p:cNvSpPr>
          <p:nvPr>
            <p:ph type="sldNum" idx="12"/>
          </p:nvPr>
        </p:nvSpPr>
        <p:spPr>
          <a:xfrm>
            <a:off x="7425344" y="6459786"/>
            <a:ext cx="984019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AU"/>
              <a:t>5</a:t>
            </a:fld>
            <a:endParaRPr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" name="Google Shape;163;p20"/>
          <p:cNvSpPr txBox="1">
            <a:spLocks noGrp="1"/>
          </p:cNvSpPr>
          <p:nvPr>
            <p:ph type="title"/>
          </p:nvPr>
        </p:nvSpPr>
        <p:spPr>
          <a:xfrm>
            <a:off x="822960" y="286605"/>
            <a:ext cx="7543800" cy="70399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 fontScale="90000"/>
          </a:bodyPr>
          <a:lstStyle/>
          <a:p>
            <a:pPr marL="0" lvl="0" indent="0" algn="l" rtl="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rgbClr val="3F3F3F"/>
              </a:buClr>
              <a:buSzPct val="100000"/>
              <a:buFont typeface="Times New Roman"/>
              <a:buNone/>
            </a:pPr>
            <a:r>
              <a:rPr lang="en-AU"/>
              <a:t>What can SQL do?(cont.)</a:t>
            </a:r>
            <a:endParaRPr/>
          </a:p>
        </p:txBody>
      </p:sp>
      <p:sp>
        <p:nvSpPr>
          <p:cNvPr id="164" name="Google Shape;164;p20"/>
          <p:cNvSpPr txBox="1">
            <a:spLocks noGrp="1"/>
          </p:cNvSpPr>
          <p:nvPr>
            <p:ph type="body" idx="1"/>
          </p:nvPr>
        </p:nvSpPr>
        <p:spPr>
          <a:xfrm>
            <a:off x="4191000" y="1143000"/>
            <a:ext cx="4175760" cy="472609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0" bIns="45700" anchor="t" anchorCtr="0">
            <a:normAutofit lnSpcReduction="10000"/>
          </a:bodyPr>
          <a:lstStyle/>
          <a:p>
            <a:pPr marL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</a:pPr>
            <a:r>
              <a:rPr lang="en-AU"/>
              <a:t>Some </a:t>
            </a:r>
            <a:r>
              <a:rPr lang="en-AU" b="1" i="1"/>
              <a:t>issues</a:t>
            </a:r>
            <a:r>
              <a:rPr lang="en-AU"/>
              <a:t>:</a:t>
            </a:r>
            <a:endParaRPr/>
          </a:p>
          <a:p>
            <a:pPr marL="544068" lvl="1" indent="-342900" algn="l" rtl="0">
              <a:lnSpc>
                <a:spcPct val="150000"/>
              </a:lnSpc>
              <a:spcBef>
                <a:spcPts val="400"/>
              </a:spcBef>
              <a:spcAft>
                <a:spcPts val="0"/>
              </a:spcAft>
              <a:buSzPts val="2000"/>
              <a:buFont typeface="Times New Roman"/>
              <a:buAutoNum type="arabicPeriod"/>
            </a:pPr>
            <a:r>
              <a:rPr lang="en-AU" sz="2000"/>
              <a:t>There is no parameterisation (e.g. acctNum, amount)</a:t>
            </a:r>
            <a:endParaRPr/>
          </a:p>
          <a:p>
            <a:pPr marL="544068" lvl="1" indent="-342900" algn="l" rtl="0">
              <a:lnSpc>
                <a:spcPct val="150000"/>
              </a:lnSpc>
              <a:spcBef>
                <a:spcPts val="600"/>
              </a:spcBef>
              <a:spcAft>
                <a:spcPts val="0"/>
              </a:spcAft>
              <a:buSzPts val="2000"/>
              <a:buFont typeface="Times New Roman"/>
              <a:buAutoNum type="arabicPeriod"/>
            </a:pPr>
            <a:r>
              <a:rPr lang="en-AU" sz="2000"/>
              <a:t>Will always attempt UPDATE, even when it knows it's invalid</a:t>
            </a:r>
            <a:endParaRPr/>
          </a:p>
          <a:p>
            <a:pPr marL="544068" lvl="1" indent="-342900" algn="l" rtl="0">
              <a:lnSpc>
                <a:spcPct val="150000"/>
              </a:lnSpc>
              <a:spcBef>
                <a:spcPts val="600"/>
              </a:spcBef>
              <a:spcAft>
                <a:spcPts val="0"/>
              </a:spcAft>
              <a:buSzPts val="2000"/>
              <a:buFont typeface="Times New Roman"/>
              <a:buAutoNum type="arabicPeriod"/>
            </a:pPr>
            <a:r>
              <a:rPr lang="en-AU" sz="2000"/>
              <a:t>Will always display “new” balance, even if it’s unchanged</a:t>
            </a:r>
            <a:endParaRPr/>
          </a:p>
          <a:p>
            <a:pPr marL="0" lvl="0" indent="0" algn="l" rtl="0">
              <a:lnSpc>
                <a:spcPct val="150000"/>
              </a:lnSpc>
              <a:spcBef>
                <a:spcPts val="1600"/>
              </a:spcBef>
              <a:spcAft>
                <a:spcPts val="0"/>
              </a:spcAft>
              <a:buSzPts val="2000"/>
              <a:buNone/>
            </a:pPr>
            <a:r>
              <a:rPr lang="en-AU"/>
              <a:t>To accurately express the “business logic“ of withdrawing money, we need facilities like </a:t>
            </a:r>
            <a:r>
              <a:rPr lang="en-AU" b="1"/>
              <a:t>conditional controls</a:t>
            </a:r>
            <a:r>
              <a:rPr lang="en-AU"/>
              <a:t>.</a:t>
            </a:r>
            <a:endParaRPr/>
          </a:p>
        </p:txBody>
      </p:sp>
      <p:sp>
        <p:nvSpPr>
          <p:cNvPr id="165" name="Google Shape;165;p20"/>
          <p:cNvSpPr txBox="1">
            <a:spLocks noGrp="1"/>
          </p:cNvSpPr>
          <p:nvPr>
            <p:ph type="sldNum" idx="12"/>
          </p:nvPr>
        </p:nvSpPr>
        <p:spPr>
          <a:xfrm>
            <a:off x="7425344" y="6459786"/>
            <a:ext cx="984019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AU"/>
              <a:t>6</a:t>
            </a:fld>
            <a:endParaRPr/>
          </a:p>
        </p:txBody>
      </p:sp>
      <p:sp>
        <p:nvSpPr>
          <p:cNvPr id="166" name="Google Shape;166;p20"/>
          <p:cNvSpPr txBox="1"/>
          <p:nvPr/>
        </p:nvSpPr>
        <p:spPr>
          <a:xfrm>
            <a:off x="381000" y="1859339"/>
            <a:ext cx="3733800" cy="3417000"/>
          </a:xfrm>
          <a:prstGeom prst="rect">
            <a:avLst/>
          </a:prstGeom>
          <a:noFill/>
          <a:ln w="1905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201168" marR="0" lvl="1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Times New Roman"/>
              <a:buNone/>
            </a:pPr>
            <a:r>
              <a:rPr lang="en-AU" sz="18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Select 'Insufficient Funds'</a:t>
            </a:r>
            <a:endParaRPr/>
          </a:p>
          <a:p>
            <a:pPr marL="201168" marR="0" lvl="1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Times New Roman"/>
              <a:buNone/>
            </a:pPr>
            <a:r>
              <a:rPr lang="en-AU" sz="18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from Accounts</a:t>
            </a:r>
            <a:endParaRPr/>
          </a:p>
          <a:p>
            <a:pPr marL="201168" marR="0" lvl="1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Times New Roman"/>
              <a:buNone/>
            </a:pPr>
            <a:r>
              <a:rPr lang="en-AU" sz="18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where acctNo = 1 and balance &lt; 50;</a:t>
            </a:r>
            <a:endParaRPr/>
          </a:p>
          <a:p>
            <a:pPr marL="201168" marR="0" lvl="1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Times New Roman"/>
              <a:buNone/>
            </a:pPr>
            <a:endParaRPr sz="1800" b="0" i="0" u="none" strike="noStrike" cap="non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201168" marR="0" lvl="1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Times New Roman"/>
              <a:buNone/>
            </a:pPr>
            <a:r>
              <a:rPr lang="en-AU" sz="18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Update Accounts</a:t>
            </a:r>
            <a:endParaRPr/>
          </a:p>
          <a:p>
            <a:pPr marL="201168" marR="0" lvl="1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Times New Roman"/>
              <a:buNone/>
            </a:pPr>
            <a:r>
              <a:rPr lang="en-AU" sz="18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set balance = balance - </a:t>
            </a:r>
            <a:r>
              <a:rPr lang="en-AU" sz="18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50</a:t>
            </a:r>
            <a:endParaRPr/>
          </a:p>
          <a:p>
            <a:pPr marL="201168" marR="0" lvl="1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Times New Roman"/>
              <a:buNone/>
            </a:pPr>
            <a:r>
              <a:rPr lang="en-AU" sz="18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where acctNo = 1 and balance &gt;=  50;</a:t>
            </a:r>
            <a:endParaRPr/>
          </a:p>
          <a:p>
            <a:pPr marL="201168" marR="0" lvl="1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Times New Roman"/>
              <a:buNone/>
            </a:pPr>
            <a:endParaRPr sz="1800" b="0" i="0" u="none" strike="noStrike" cap="non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201168" marR="0" lvl="1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Times New Roman"/>
              <a:buNone/>
            </a:pPr>
            <a:r>
              <a:rPr lang="en-AU" sz="18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Select 'New balance:' || balance</a:t>
            </a:r>
            <a:endParaRPr/>
          </a:p>
          <a:p>
            <a:pPr marL="201168" marR="0" lvl="1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Times New Roman"/>
              <a:buNone/>
            </a:pPr>
            <a:r>
              <a:rPr lang="en-AU" sz="18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from Accounts</a:t>
            </a:r>
            <a:endParaRPr/>
          </a:p>
          <a:p>
            <a:pPr marL="201168" marR="0" lvl="1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Times New Roman"/>
              <a:buNone/>
            </a:pPr>
            <a:r>
              <a:rPr lang="en-AU" sz="18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where acctNo = 1;</a:t>
            </a:r>
            <a:endParaRPr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2" name="Google Shape;172;p21"/>
          <p:cNvSpPr txBox="1">
            <a:spLocks noGrp="1"/>
          </p:cNvSpPr>
          <p:nvPr>
            <p:ph type="title"/>
          </p:nvPr>
        </p:nvSpPr>
        <p:spPr>
          <a:xfrm>
            <a:off x="822960" y="286605"/>
            <a:ext cx="7543800" cy="70399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 fontScale="90000"/>
          </a:bodyPr>
          <a:lstStyle/>
          <a:p>
            <a:pPr marL="0" lvl="0" indent="0" algn="l" rtl="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rgbClr val="3F3F3F"/>
              </a:buClr>
              <a:buSzPct val="100000"/>
              <a:buFont typeface="Times New Roman"/>
              <a:buNone/>
            </a:pPr>
            <a:r>
              <a:rPr lang="en-AU"/>
              <a:t>The Limitation of SQL</a:t>
            </a:r>
            <a:endParaRPr/>
          </a:p>
        </p:txBody>
      </p:sp>
      <p:sp>
        <p:nvSpPr>
          <p:cNvPr id="173" name="Google Shape;173;p21"/>
          <p:cNvSpPr txBox="1">
            <a:spLocks noGrp="1"/>
          </p:cNvSpPr>
          <p:nvPr>
            <p:ph type="body" idx="1"/>
          </p:nvPr>
        </p:nvSpPr>
        <p:spPr>
          <a:xfrm>
            <a:off x="822959" y="1143000"/>
            <a:ext cx="7543801" cy="472609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0" bIns="45700" anchor="t" anchorCtr="0">
            <a:normAutofit/>
          </a:bodyPr>
          <a:lstStyle/>
          <a:p>
            <a:pPr marL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</a:pPr>
            <a:r>
              <a:rPr lang="en-AU"/>
              <a:t>What we have seen from SQL: </a:t>
            </a:r>
            <a:endParaRPr/>
          </a:p>
          <a:p>
            <a:pPr marL="384048" lvl="1" indent="-182880" algn="l" rtl="0">
              <a:lnSpc>
                <a:spcPct val="150000"/>
              </a:lnSpc>
              <a:spcBef>
                <a:spcPts val="400"/>
              </a:spcBef>
              <a:spcAft>
                <a:spcPts val="0"/>
              </a:spcAft>
              <a:buSzPts val="1800"/>
              <a:buChar char="◦"/>
            </a:pPr>
            <a:r>
              <a:rPr lang="en-AU"/>
              <a:t>Data definition (create table(...)) </a:t>
            </a:r>
            <a:endParaRPr/>
          </a:p>
          <a:p>
            <a:pPr marL="384048" lvl="1" indent="-182880" algn="l" rtl="0">
              <a:lnSpc>
                <a:spcPct val="150000"/>
              </a:lnSpc>
              <a:spcBef>
                <a:spcPts val="600"/>
              </a:spcBef>
              <a:spcAft>
                <a:spcPts val="0"/>
              </a:spcAft>
              <a:buSzPts val="1800"/>
              <a:buChar char="◦"/>
            </a:pPr>
            <a:r>
              <a:rPr lang="en-AU"/>
              <a:t>Query (select...from...where...) </a:t>
            </a:r>
            <a:endParaRPr/>
          </a:p>
          <a:p>
            <a:pPr marL="384048" lvl="1" indent="-182880" algn="l" rtl="0">
              <a:lnSpc>
                <a:spcPct val="150000"/>
              </a:lnSpc>
              <a:spcBef>
                <a:spcPts val="600"/>
              </a:spcBef>
              <a:spcAft>
                <a:spcPts val="0"/>
              </a:spcAft>
              <a:buSzPts val="1800"/>
              <a:buChar char="◦"/>
            </a:pPr>
            <a:r>
              <a:rPr lang="en-AU"/>
              <a:t>Constraints on values (domain, key, referential integrity) </a:t>
            </a:r>
            <a:endParaRPr/>
          </a:p>
          <a:p>
            <a:pPr marL="91440" lvl="0" indent="-127000" algn="l" rtl="0">
              <a:lnSpc>
                <a:spcPct val="150000"/>
              </a:lnSpc>
              <a:spcBef>
                <a:spcPts val="1600"/>
              </a:spcBef>
              <a:spcAft>
                <a:spcPts val="0"/>
              </a:spcAft>
              <a:buSzPts val="2000"/>
              <a:buChar char=" "/>
            </a:pPr>
            <a:r>
              <a:rPr lang="en-AU"/>
              <a:t>And some useful functionalities..</a:t>
            </a:r>
            <a:endParaRPr/>
          </a:p>
          <a:p>
            <a:pPr marL="384048" lvl="1" indent="-182880" algn="l" rtl="0">
              <a:lnSpc>
                <a:spcPct val="150000"/>
              </a:lnSpc>
              <a:spcBef>
                <a:spcPts val="400"/>
              </a:spcBef>
              <a:spcAft>
                <a:spcPts val="0"/>
              </a:spcAft>
              <a:buSzPts val="1800"/>
              <a:buChar char="◦"/>
            </a:pPr>
            <a:r>
              <a:rPr lang="en-AU"/>
              <a:t>Views  (giving names to SQL queries) </a:t>
            </a:r>
            <a:endParaRPr/>
          </a:p>
          <a:p>
            <a:pPr marL="0" lvl="0" indent="0" algn="l" rtl="0">
              <a:lnSpc>
                <a:spcPct val="150000"/>
              </a:lnSpc>
              <a:spcBef>
                <a:spcPts val="1600"/>
              </a:spcBef>
              <a:spcAft>
                <a:spcPts val="0"/>
              </a:spcAft>
              <a:buSzPts val="2000"/>
              <a:buNone/>
            </a:pPr>
            <a:r>
              <a:rPr lang="en-AU"/>
              <a:t>But this is </a:t>
            </a:r>
            <a:r>
              <a:rPr lang="en-AU" u="sng"/>
              <a:t>not enough </a:t>
            </a:r>
            <a:r>
              <a:rPr lang="en-AU"/>
              <a:t>to support real applications. Therefore more </a:t>
            </a:r>
            <a:r>
              <a:rPr lang="en-AU" b="1"/>
              <a:t>extensibility</a:t>
            </a:r>
            <a:r>
              <a:rPr lang="en-AU"/>
              <a:t> and </a:t>
            </a:r>
            <a:r>
              <a:rPr lang="en-AU" b="1"/>
              <a:t>programmability</a:t>
            </a:r>
            <a:r>
              <a:rPr lang="en-AU"/>
              <a:t> needed. </a:t>
            </a:r>
            <a:endParaRPr/>
          </a:p>
          <a:p>
            <a:pPr marL="0" lvl="0" indent="0" algn="l" rtl="0">
              <a:lnSpc>
                <a:spcPct val="150000"/>
              </a:lnSpc>
              <a:spcBef>
                <a:spcPts val="1400"/>
              </a:spcBef>
              <a:spcAft>
                <a:spcPts val="0"/>
              </a:spcAft>
              <a:buSzPts val="2000"/>
              <a:buNone/>
            </a:pPr>
            <a:endParaRPr/>
          </a:p>
        </p:txBody>
      </p:sp>
      <p:sp>
        <p:nvSpPr>
          <p:cNvPr id="174" name="Google Shape;174;p21"/>
          <p:cNvSpPr txBox="1">
            <a:spLocks noGrp="1"/>
          </p:cNvSpPr>
          <p:nvPr>
            <p:ph type="sldNum" idx="12"/>
          </p:nvPr>
        </p:nvSpPr>
        <p:spPr>
          <a:xfrm>
            <a:off x="7425344" y="6459786"/>
            <a:ext cx="984019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AU"/>
              <a:t>7</a:t>
            </a:fld>
            <a:endParaRPr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0" name="Google Shape;180;p22"/>
          <p:cNvSpPr txBox="1">
            <a:spLocks noGrp="1"/>
          </p:cNvSpPr>
          <p:nvPr>
            <p:ph type="title"/>
          </p:nvPr>
        </p:nvSpPr>
        <p:spPr>
          <a:xfrm>
            <a:off x="822960" y="286605"/>
            <a:ext cx="7543800" cy="70399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/>
          <a:p>
            <a:pPr marL="0" lvl="0" indent="0" algn="l" rtl="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rgbClr val="3F3F3F"/>
              </a:buClr>
              <a:buSzPts val="4320"/>
              <a:buFont typeface="Times New Roman"/>
              <a:buNone/>
            </a:pPr>
            <a:r>
              <a:rPr lang="en-AU" sz="4220"/>
              <a:t>SQL as a Programming Language</a:t>
            </a:r>
            <a:endParaRPr sz="4220"/>
          </a:p>
        </p:txBody>
      </p:sp>
      <p:sp>
        <p:nvSpPr>
          <p:cNvPr id="181" name="Google Shape;181;p22"/>
          <p:cNvSpPr txBox="1">
            <a:spLocks noGrp="1"/>
          </p:cNvSpPr>
          <p:nvPr>
            <p:ph type="body" idx="1"/>
          </p:nvPr>
        </p:nvSpPr>
        <p:spPr>
          <a:xfrm>
            <a:off x="822959" y="1143000"/>
            <a:ext cx="7543801" cy="472609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0" bIns="45700" anchor="t" anchorCtr="0">
            <a:normAutofit/>
          </a:bodyPr>
          <a:lstStyle/>
          <a:p>
            <a:pPr marL="91440" lvl="0" indent="-12700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2000"/>
              <a:buChar char=" "/>
            </a:pPr>
            <a:r>
              <a:rPr lang="en-AU"/>
              <a:t>SQL is a powerful language for manipulating relational data, but it </a:t>
            </a:r>
            <a:r>
              <a:rPr lang="en-AU" b="1"/>
              <a:t>is not meant to be a powerful programming language.</a:t>
            </a:r>
            <a:endParaRPr/>
          </a:p>
          <a:p>
            <a:pPr marL="91440" lvl="0" indent="-127000" algn="l" rtl="0">
              <a:lnSpc>
                <a:spcPct val="150000"/>
              </a:lnSpc>
              <a:spcBef>
                <a:spcPts val="1400"/>
              </a:spcBef>
              <a:spcAft>
                <a:spcPts val="0"/>
              </a:spcAft>
              <a:buSzPts val="2000"/>
              <a:buChar char=" "/>
            </a:pPr>
            <a:br>
              <a:rPr lang="en-AU"/>
            </a:br>
            <a:r>
              <a:rPr lang="en-AU"/>
              <a:t>What if at some point in developing complete database applications</a:t>
            </a:r>
            <a:endParaRPr/>
          </a:p>
          <a:p>
            <a:pPr marL="384048" lvl="1" indent="-182880" algn="l" rtl="0">
              <a:lnSpc>
                <a:spcPct val="150000"/>
              </a:lnSpc>
              <a:spcBef>
                <a:spcPts val="400"/>
              </a:spcBef>
              <a:spcAft>
                <a:spcPts val="0"/>
              </a:spcAft>
              <a:buSzPts val="2000"/>
              <a:buChar char="◦"/>
            </a:pPr>
            <a:r>
              <a:rPr lang="en-AU" sz="2000"/>
              <a:t>We will need to consider implement user interactions</a:t>
            </a:r>
            <a:endParaRPr/>
          </a:p>
          <a:p>
            <a:pPr marL="384048" lvl="1" indent="-182880" algn="l" rtl="0">
              <a:lnSpc>
                <a:spcPct val="150000"/>
              </a:lnSpc>
              <a:spcBef>
                <a:spcPts val="600"/>
              </a:spcBef>
              <a:spcAft>
                <a:spcPts val="0"/>
              </a:spcAft>
              <a:buSzPts val="2000"/>
              <a:buChar char="◦"/>
            </a:pPr>
            <a:r>
              <a:rPr lang="en-AU" sz="2000"/>
              <a:t>we need to control sequences of database operations</a:t>
            </a:r>
            <a:endParaRPr/>
          </a:p>
          <a:p>
            <a:pPr marL="384048" lvl="1" indent="-182880" algn="l" rtl="0">
              <a:lnSpc>
                <a:spcPct val="150000"/>
              </a:lnSpc>
              <a:spcBef>
                <a:spcPts val="600"/>
              </a:spcBef>
              <a:spcAft>
                <a:spcPts val="0"/>
              </a:spcAft>
              <a:buSzPts val="2000"/>
              <a:buChar char="◦"/>
            </a:pPr>
            <a:r>
              <a:rPr lang="en-AU" sz="2000"/>
              <a:t>we need to process query results in additional ways</a:t>
            </a:r>
            <a:endParaRPr/>
          </a:p>
          <a:p>
            <a:pPr marL="91440" lvl="0" indent="-127000" algn="l" rtl="0">
              <a:lnSpc>
                <a:spcPct val="150000"/>
              </a:lnSpc>
              <a:spcBef>
                <a:spcPts val="1600"/>
              </a:spcBef>
              <a:spcAft>
                <a:spcPts val="0"/>
              </a:spcAft>
              <a:buSzPts val="2000"/>
              <a:buChar char=" "/>
            </a:pPr>
            <a:r>
              <a:rPr lang="en-AU"/>
              <a:t>How would SQL be able to handle these?</a:t>
            </a:r>
            <a:endParaRPr/>
          </a:p>
          <a:p>
            <a:pPr marL="91440" lvl="0" indent="0" algn="l" rtl="0">
              <a:lnSpc>
                <a:spcPct val="150000"/>
              </a:lnSpc>
              <a:spcBef>
                <a:spcPts val="1400"/>
              </a:spcBef>
              <a:spcAft>
                <a:spcPts val="0"/>
              </a:spcAft>
              <a:buSzPts val="2000"/>
              <a:buNone/>
            </a:pPr>
            <a:endParaRPr/>
          </a:p>
          <a:p>
            <a:pPr marL="91440" lvl="0" indent="0" algn="l" rtl="0">
              <a:lnSpc>
                <a:spcPct val="150000"/>
              </a:lnSpc>
              <a:spcBef>
                <a:spcPts val="1400"/>
              </a:spcBef>
              <a:spcAft>
                <a:spcPts val="0"/>
              </a:spcAft>
              <a:buSzPts val="2000"/>
              <a:buNone/>
            </a:pPr>
            <a:endParaRPr/>
          </a:p>
        </p:txBody>
      </p:sp>
      <p:sp>
        <p:nvSpPr>
          <p:cNvPr id="182" name="Google Shape;182;p22"/>
          <p:cNvSpPr txBox="1">
            <a:spLocks noGrp="1"/>
          </p:cNvSpPr>
          <p:nvPr>
            <p:ph type="sldNum" idx="12"/>
          </p:nvPr>
        </p:nvSpPr>
        <p:spPr>
          <a:xfrm>
            <a:off x="7425344" y="6459786"/>
            <a:ext cx="984019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AU"/>
              <a:t>8</a:t>
            </a:fld>
            <a:endParaRPr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8" name="Google Shape;188;p23"/>
          <p:cNvSpPr txBox="1">
            <a:spLocks noGrp="1"/>
          </p:cNvSpPr>
          <p:nvPr>
            <p:ph type="title"/>
          </p:nvPr>
        </p:nvSpPr>
        <p:spPr>
          <a:xfrm>
            <a:off x="822960" y="286605"/>
            <a:ext cx="7543800" cy="70399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 fontScale="90000"/>
          </a:bodyPr>
          <a:lstStyle/>
          <a:p>
            <a:pPr marL="0" lvl="0" indent="0" algn="l" rtl="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rgbClr val="3F3F3F"/>
              </a:buClr>
              <a:buSzPct val="100000"/>
              <a:buFont typeface="Times New Roman"/>
              <a:buNone/>
            </a:pPr>
            <a:r>
              <a:rPr lang="en-AU"/>
              <a:t>Extending SQL by PostgreSQL</a:t>
            </a:r>
            <a:endParaRPr/>
          </a:p>
        </p:txBody>
      </p:sp>
      <p:sp>
        <p:nvSpPr>
          <p:cNvPr id="189" name="Google Shape;189;p23"/>
          <p:cNvSpPr txBox="1">
            <a:spLocks noGrp="1"/>
          </p:cNvSpPr>
          <p:nvPr>
            <p:ph type="body" idx="1"/>
          </p:nvPr>
        </p:nvSpPr>
        <p:spPr>
          <a:xfrm>
            <a:off x="822959" y="1143000"/>
            <a:ext cx="7543801" cy="472609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0" bIns="45700" anchor="t" anchorCtr="0">
            <a:normAutofit/>
          </a:bodyPr>
          <a:lstStyle/>
          <a:p>
            <a:pPr marL="91440" lvl="0" indent="-12700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2000"/>
              <a:buChar char=" "/>
            </a:pPr>
            <a:r>
              <a:rPr lang="en-AU"/>
              <a:t>Ways that SQL could be extended:</a:t>
            </a:r>
            <a:endParaRPr/>
          </a:p>
          <a:p>
            <a:pPr marL="384048" lvl="1" indent="-182880" algn="l" rtl="0">
              <a:lnSpc>
                <a:spcPct val="150000"/>
              </a:lnSpc>
              <a:spcBef>
                <a:spcPts val="400"/>
              </a:spcBef>
              <a:spcAft>
                <a:spcPts val="0"/>
              </a:spcAft>
              <a:buSzPts val="1800"/>
              <a:buChar char="◦"/>
            </a:pPr>
            <a:r>
              <a:rPr lang="en-AU" b="1"/>
              <a:t>new data types</a:t>
            </a:r>
            <a:r>
              <a:rPr lang="en-AU"/>
              <a:t> (incl. constraints, I/O, indexes, ...) </a:t>
            </a:r>
            <a:endParaRPr/>
          </a:p>
          <a:p>
            <a:pPr marL="384048" lvl="1" indent="-182880" algn="l" rtl="0">
              <a:lnSpc>
                <a:spcPct val="150000"/>
              </a:lnSpc>
              <a:spcBef>
                <a:spcPts val="600"/>
              </a:spcBef>
              <a:spcAft>
                <a:spcPts val="0"/>
              </a:spcAft>
              <a:buSzPts val="1800"/>
              <a:buChar char="◦"/>
            </a:pPr>
            <a:r>
              <a:rPr lang="en-AU" b="1"/>
              <a:t>more powerful constraint checking </a:t>
            </a:r>
            <a:endParaRPr b="1"/>
          </a:p>
          <a:p>
            <a:pPr marL="384048" lvl="1" indent="-182880" algn="l" rtl="0">
              <a:lnSpc>
                <a:spcPct val="150000"/>
              </a:lnSpc>
              <a:spcBef>
                <a:spcPts val="600"/>
              </a:spcBef>
              <a:spcAft>
                <a:spcPts val="0"/>
              </a:spcAft>
              <a:buSzPts val="1800"/>
              <a:buChar char="◦"/>
            </a:pPr>
            <a:r>
              <a:rPr lang="en-AU" b="1"/>
              <a:t>packaging/parameterizing queries </a:t>
            </a:r>
            <a:endParaRPr b="1"/>
          </a:p>
          <a:p>
            <a:pPr marL="384048" lvl="1" indent="-182880" algn="l" rtl="0">
              <a:lnSpc>
                <a:spcPct val="150000"/>
              </a:lnSpc>
              <a:spcBef>
                <a:spcPts val="600"/>
              </a:spcBef>
              <a:spcAft>
                <a:spcPts val="0"/>
              </a:spcAft>
              <a:buSzPts val="1800"/>
              <a:buChar char="◦"/>
            </a:pPr>
            <a:r>
              <a:rPr lang="en-AU" b="1"/>
              <a:t>more functions/aggregates for use in queries </a:t>
            </a:r>
            <a:endParaRPr b="1"/>
          </a:p>
          <a:p>
            <a:pPr marL="384048" lvl="1" indent="-182880" algn="l" rtl="0">
              <a:lnSpc>
                <a:spcPct val="150000"/>
              </a:lnSpc>
              <a:spcBef>
                <a:spcPts val="600"/>
              </a:spcBef>
              <a:spcAft>
                <a:spcPts val="0"/>
              </a:spcAft>
              <a:buSzPts val="1800"/>
              <a:buChar char="◦"/>
            </a:pPr>
            <a:r>
              <a:rPr lang="en-AU" b="1"/>
              <a:t>event-based triggered actions </a:t>
            </a:r>
            <a:endParaRPr b="1"/>
          </a:p>
          <a:p>
            <a:pPr marL="91440" lvl="0" indent="-127000" algn="l" rtl="0">
              <a:lnSpc>
                <a:spcPct val="150000"/>
              </a:lnSpc>
              <a:spcBef>
                <a:spcPts val="1600"/>
              </a:spcBef>
              <a:spcAft>
                <a:spcPts val="0"/>
              </a:spcAft>
              <a:buSzPts val="2000"/>
              <a:buChar char=" "/>
            </a:pPr>
            <a:r>
              <a:rPr lang="en-AU"/>
              <a:t>All are required to </a:t>
            </a:r>
            <a:r>
              <a:rPr lang="en-AU" b="1"/>
              <a:t>assist application development</a:t>
            </a:r>
            <a:r>
              <a:rPr lang="en-AU"/>
              <a:t>. </a:t>
            </a:r>
            <a:endParaRPr/>
          </a:p>
        </p:txBody>
      </p:sp>
      <p:sp>
        <p:nvSpPr>
          <p:cNvPr id="190" name="Google Shape;190;p23"/>
          <p:cNvSpPr txBox="1">
            <a:spLocks noGrp="1"/>
          </p:cNvSpPr>
          <p:nvPr>
            <p:ph type="sldNum" idx="12"/>
          </p:nvPr>
        </p:nvSpPr>
        <p:spPr>
          <a:xfrm>
            <a:off x="7425344" y="6459786"/>
            <a:ext cx="984019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AU"/>
              <a:t>9</a:t>
            </a:fld>
            <a:endParaRPr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6" name="Google Shape;196;p24"/>
          <p:cNvSpPr txBox="1">
            <a:spLocks noGrp="1"/>
          </p:cNvSpPr>
          <p:nvPr>
            <p:ph type="title"/>
          </p:nvPr>
        </p:nvSpPr>
        <p:spPr>
          <a:xfrm>
            <a:off x="822960" y="286605"/>
            <a:ext cx="7543800" cy="70399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 fontScale="90000"/>
          </a:bodyPr>
          <a:lstStyle/>
          <a:p>
            <a:pPr marL="0" lvl="0" indent="0" algn="l" rtl="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rgbClr val="3F3F3F"/>
              </a:buClr>
              <a:buSzPct val="100000"/>
              <a:buFont typeface="Times New Roman"/>
              <a:buNone/>
            </a:pPr>
            <a:r>
              <a:rPr lang="en-AU"/>
              <a:t>Database Programming</a:t>
            </a:r>
            <a:endParaRPr/>
          </a:p>
        </p:txBody>
      </p:sp>
      <p:sp>
        <p:nvSpPr>
          <p:cNvPr id="197" name="Google Shape;197;p24"/>
          <p:cNvSpPr txBox="1">
            <a:spLocks noGrp="1"/>
          </p:cNvSpPr>
          <p:nvPr>
            <p:ph type="body" idx="1"/>
          </p:nvPr>
        </p:nvSpPr>
        <p:spPr>
          <a:xfrm>
            <a:off x="822959" y="1143000"/>
            <a:ext cx="7543801" cy="472609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0" bIns="45700" anchor="t" anchorCtr="0">
            <a:normAutofit/>
          </a:bodyPr>
          <a:lstStyle/>
          <a:p>
            <a:pPr marL="91440" lvl="0" indent="-12700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2000"/>
              <a:buChar char=" "/>
            </a:pPr>
            <a:r>
              <a:rPr lang="en-AU"/>
              <a:t>(Let’s return to the example of withdrawing money)</a:t>
            </a:r>
            <a:br>
              <a:rPr lang="en-AU"/>
            </a:br>
            <a:r>
              <a:rPr lang="en-AU"/>
              <a:t>To returning one of the two possible text results : </a:t>
            </a:r>
            <a:endParaRPr/>
          </a:p>
          <a:p>
            <a:pPr marL="384048" lvl="1" indent="-182880" algn="l" rtl="0">
              <a:lnSpc>
                <a:spcPct val="150000"/>
              </a:lnSpc>
              <a:spcBef>
                <a:spcPts val="400"/>
              </a:spcBef>
              <a:spcAft>
                <a:spcPts val="0"/>
              </a:spcAft>
              <a:buSzPts val="2000"/>
              <a:buChar char="◦"/>
            </a:pPr>
            <a:r>
              <a:rPr lang="en-AU" sz="2000"/>
              <a:t>If </a:t>
            </a:r>
            <a:r>
              <a:rPr lang="en-AU" sz="2000" i="1"/>
              <a:t>try to withdraw too much </a:t>
            </a:r>
            <a:r>
              <a:rPr lang="en-AU" sz="2000"/>
              <a:t>=&gt; return </a:t>
            </a:r>
            <a:r>
              <a:rPr lang="en-AU" sz="2000" i="1"/>
              <a:t>'Insufficient funds’  </a:t>
            </a:r>
            <a:endParaRPr/>
          </a:p>
          <a:p>
            <a:pPr marL="384048" lvl="1" indent="-182880" algn="l" rtl="0">
              <a:lnSpc>
                <a:spcPct val="150000"/>
              </a:lnSpc>
              <a:spcBef>
                <a:spcPts val="600"/>
              </a:spcBef>
              <a:spcAft>
                <a:spcPts val="0"/>
              </a:spcAft>
              <a:buSzPts val="2000"/>
              <a:buChar char="◦"/>
            </a:pPr>
            <a:r>
              <a:rPr lang="en-AU" sz="2000"/>
              <a:t>If </a:t>
            </a:r>
            <a:r>
              <a:rPr lang="en-AU" sz="2000" i="1"/>
              <a:t>withdrawal ok  </a:t>
            </a:r>
            <a:r>
              <a:rPr lang="en-AU" sz="2000"/>
              <a:t>=&gt; return </a:t>
            </a:r>
            <a:r>
              <a:rPr lang="en-AU" sz="2000" i="1"/>
              <a:t>'New balance: newAmount'  </a:t>
            </a:r>
            <a:endParaRPr/>
          </a:p>
          <a:p>
            <a:pPr marL="91440" lvl="0" indent="-127000" algn="l" rtl="0">
              <a:lnSpc>
                <a:spcPct val="150000"/>
              </a:lnSpc>
              <a:spcBef>
                <a:spcPts val="1600"/>
              </a:spcBef>
              <a:spcAft>
                <a:spcPts val="0"/>
              </a:spcAft>
              <a:buSzPts val="2000"/>
              <a:buChar char=" "/>
            </a:pPr>
            <a:r>
              <a:rPr lang="en-AU"/>
              <a:t>Requires a combination of </a:t>
            </a:r>
            <a:endParaRPr/>
          </a:p>
          <a:p>
            <a:pPr marL="384048" lvl="1" indent="-182880" algn="l" rtl="0">
              <a:lnSpc>
                <a:spcPct val="150000"/>
              </a:lnSpc>
              <a:spcBef>
                <a:spcPts val="400"/>
              </a:spcBef>
              <a:spcAft>
                <a:spcPts val="0"/>
              </a:spcAft>
              <a:buSzPts val="2000"/>
              <a:buChar char="◦"/>
            </a:pPr>
            <a:r>
              <a:rPr lang="en-AU" sz="2000" b="1"/>
              <a:t>SQL code </a:t>
            </a:r>
            <a:r>
              <a:rPr lang="en-AU" sz="2000"/>
              <a:t>to access the database </a:t>
            </a:r>
            <a:endParaRPr/>
          </a:p>
          <a:p>
            <a:pPr marL="384048" lvl="1" indent="-182880" algn="l" rtl="0">
              <a:lnSpc>
                <a:spcPct val="150000"/>
              </a:lnSpc>
              <a:spcBef>
                <a:spcPts val="600"/>
              </a:spcBef>
              <a:spcAft>
                <a:spcPts val="0"/>
              </a:spcAft>
              <a:buSzPts val="2000"/>
              <a:buChar char="◦"/>
            </a:pPr>
            <a:r>
              <a:rPr lang="en-AU" sz="2000" b="1"/>
              <a:t>procedural code</a:t>
            </a:r>
            <a:r>
              <a:rPr lang="en-AU" sz="2000"/>
              <a:t> to control the process </a:t>
            </a:r>
            <a:endParaRPr/>
          </a:p>
          <a:p>
            <a:pPr marL="91440" lvl="0" indent="0" algn="l" rtl="0">
              <a:lnSpc>
                <a:spcPct val="90000"/>
              </a:lnSpc>
              <a:spcBef>
                <a:spcPts val="1600"/>
              </a:spcBef>
              <a:spcAft>
                <a:spcPts val="0"/>
              </a:spcAft>
              <a:buSzPts val="2000"/>
              <a:buNone/>
            </a:pPr>
            <a:endParaRPr/>
          </a:p>
        </p:txBody>
      </p:sp>
      <p:sp>
        <p:nvSpPr>
          <p:cNvPr id="198" name="Google Shape;198;p24"/>
          <p:cNvSpPr txBox="1">
            <a:spLocks noGrp="1"/>
          </p:cNvSpPr>
          <p:nvPr>
            <p:ph type="sldNum" idx="12"/>
          </p:nvPr>
        </p:nvSpPr>
        <p:spPr>
          <a:xfrm>
            <a:off x="7425344" y="6459786"/>
            <a:ext cx="984019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AU"/>
              <a:t>10</a:t>
            </a:fld>
            <a:endParaRPr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" name="Google Shape;204;p25"/>
          <p:cNvSpPr txBox="1">
            <a:spLocks noGrp="1"/>
          </p:cNvSpPr>
          <p:nvPr>
            <p:ph type="title"/>
          </p:nvPr>
        </p:nvSpPr>
        <p:spPr>
          <a:xfrm>
            <a:off x="822960" y="286605"/>
            <a:ext cx="7543800" cy="70399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 fontScale="90000"/>
          </a:bodyPr>
          <a:lstStyle/>
          <a:p>
            <a:pPr marL="0" lvl="0" indent="0" algn="l" rtl="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rgbClr val="3F3F3F"/>
              </a:buClr>
              <a:buSzPct val="100000"/>
              <a:buFont typeface="Times New Roman"/>
              <a:buNone/>
            </a:pPr>
            <a:r>
              <a:rPr lang="en-AU"/>
              <a:t>Database Programming</a:t>
            </a:r>
            <a:endParaRPr/>
          </a:p>
        </p:txBody>
      </p:sp>
      <p:sp>
        <p:nvSpPr>
          <p:cNvPr id="205" name="Google Shape;205;p25"/>
          <p:cNvSpPr txBox="1">
            <a:spLocks noGrp="1"/>
          </p:cNvSpPr>
          <p:nvPr>
            <p:ph type="body" idx="1"/>
          </p:nvPr>
        </p:nvSpPr>
        <p:spPr>
          <a:xfrm>
            <a:off x="822959" y="1143000"/>
            <a:ext cx="7543801" cy="472609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0" bIns="45700" anchor="t" anchorCtr="0">
            <a:normAutofit lnSpcReduction="20000"/>
          </a:bodyPr>
          <a:lstStyle/>
          <a:p>
            <a:pPr marL="91440" lvl="0" indent="-12700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2000"/>
              <a:buChar char=" "/>
            </a:pPr>
            <a:r>
              <a:rPr lang="en-AU"/>
              <a:t>Database programming requires a </a:t>
            </a:r>
            <a:r>
              <a:rPr lang="en-AU" b="1" i="1"/>
              <a:t>combination</a:t>
            </a:r>
            <a:r>
              <a:rPr lang="en-AU"/>
              <a:t> of </a:t>
            </a:r>
            <a:endParaRPr/>
          </a:p>
          <a:p>
            <a:pPr marL="384048" lvl="1" indent="-182880" algn="l" rtl="0">
              <a:lnSpc>
                <a:spcPct val="150000"/>
              </a:lnSpc>
              <a:spcBef>
                <a:spcPts val="400"/>
              </a:spcBef>
              <a:spcAft>
                <a:spcPts val="0"/>
              </a:spcAft>
              <a:buSzPts val="2000"/>
              <a:buChar char="◦"/>
            </a:pPr>
            <a:r>
              <a:rPr lang="en-AU" sz="2000"/>
              <a:t>manipulation of data in DB   (via SQL) </a:t>
            </a:r>
            <a:endParaRPr/>
          </a:p>
          <a:p>
            <a:pPr marL="384048" lvl="1" indent="-182880" algn="l" rtl="0">
              <a:lnSpc>
                <a:spcPct val="150000"/>
              </a:lnSpc>
              <a:spcBef>
                <a:spcPts val="600"/>
              </a:spcBef>
              <a:spcAft>
                <a:spcPts val="0"/>
              </a:spcAft>
              <a:buSzPts val="2000"/>
              <a:buChar char="◦"/>
            </a:pPr>
            <a:r>
              <a:rPr lang="en-AU" sz="2000"/>
              <a:t>conventional programming   (via procedural code) </a:t>
            </a:r>
            <a:endParaRPr/>
          </a:p>
          <a:p>
            <a:pPr marL="91440" lvl="0" indent="-127000" algn="l" rtl="0">
              <a:lnSpc>
                <a:spcPct val="150000"/>
              </a:lnSpc>
              <a:spcBef>
                <a:spcPts val="1600"/>
              </a:spcBef>
              <a:spcAft>
                <a:spcPts val="0"/>
              </a:spcAft>
              <a:buSzPts val="2000"/>
              <a:buChar char=" "/>
            </a:pPr>
            <a:r>
              <a:rPr lang="en-AU"/>
              <a:t>This combination is realised in a number of ways: </a:t>
            </a:r>
            <a:endParaRPr/>
          </a:p>
          <a:p>
            <a:pPr marL="384048" lvl="1" indent="-182880" algn="l" rtl="0">
              <a:lnSpc>
                <a:spcPct val="150000"/>
              </a:lnSpc>
              <a:spcBef>
                <a:spcPts val="400"/>
              </a:spcBef>
              <a:spcAft>
                <a:spcPts val="0"/>
              </a:spcAft>
              <a:buSzPts val="2000"/>
              <a:buChar char="◦"/>
            </a:pPr>
            <a:r>
              <a:rPr lang="en-AU" sz="2000"/>
              <a:t>Passing SQL commands via a </a:t>
            </a:r>
            <a:r>
              <a:rPr lang="en-AU" sz="2000" b="1" i="1"/>
              <a:t>"call-level" interface </a:t>
            </a:r>
            <a:br>
              <a:rPr lang="en-AU" sz="2000"/>
            </a:br>
            <a:r>
              <a:rPr lang="en-AU" sz="2000"/>
              <a:t>(PL is decoupled from DBMS; most flexible; e.g. Java/JDBC, Python/ODBC) </a:t>
            </a:r>
            <a:endParaRPr/>
          </a:p>
          <a:p>
            <a:pPr marL="384048" lvl="1" indent="-182880" algn="l" rtl="0">
              <a:lnSpc>
                <a:spcPct val="150000"/>
              </a:lnSpc>
              <a:spcBef>
                <a:spcPts val="600"/>
              </a:spcBef>
              <a:spcAft>
                <a:spcPts val="0"/>
              </a:spcAft>
              <a:buSzPts val="2000"/>
              <a:buChar char="◦"/>
            </a:pPr>
            <a:r>
              <a:rPr lang="en-AU" sz="2000" b="1" i="1"/>
              <a:t>Embedding SQL </a:t>
            </a:r>
            <a:r>
              <a:rPr lang="en-AU" sz="2000"/>
              <a:t>into augmented programming languages </a:t>
            </a:r>
            <a:br>
              <a:rPr lang="en-AU" sz="2000"/>
            </a:br>
            <a:r>
              <a:rPr lang="en-AU" sz="2000"/>
              <a:t>(requires PL pre-processor; typically DBMS-specific; e.g. SQL/C) </a:t>
            </a:r>
            <a:endParaRPr/>
          </a:p>
          <a:p>
            <a:pPr marL="384048" lvl="1" indent="-182880" algn="l" rtl="0">
              <a:lnSpc>
                <a:spcPct val="150000"/>
              </a:lnSpc>
              <a:spcBef>
                <a:spcPts val="600"/>
              </a:spcBef>
              <a:spcAft>
                <a:spcPts val="0"/>
              </a:spcAft>
              <a:buSzPts val="2000"/>
              <a:buChar char="◦"/>
            </a:pPr>
            <a:r>
              <a:rPr lang="en-AU" sz="2000"/>
              <a:t>…</a:t>
            </a:r>
            <a:endParaRPr/>
          </a:p>
        </p:txBody>
      </p:sp>
      <p:sp>
        <p:nvSpPr>
          <p:cNvPr id="206" name="Google Shape;206;p25"/>
          <p:cNvSpPr txBox="1">
            <a:spLocks noGrp="1"/>
          </p:cNvSpPr>
          <p:nvPr>
            <p:ph type="sldNum" idx="12"/>
          </p:nvPr>
        </p:nvSpPr>
        <p:spPr>
          <a:xfrm>
            <a:off x="7425344" y="6459786"/>
            <a:ext cx="984019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AU"/>
              <a:t>11</a:t>
            </a:fld>
            <a:endParaRPr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2" name="Google Shape;212;p26"/>
          <p:cNvSpPr txBox="1">
            <a:spLocks noGrp="1"/>
          </p:cNvSpPr>
          <p:nvPr>
            <p:ph type="title"/>
          </p:nvPr>
        </p:nvSpPr>
        <p:spPr>
          <a:xfrm>
            <a:off x="865563" y="249390"/>
            <a:ext cx="7543800" cy="70399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 fontScale="90000"/>
          </a:bodyPr>
          <a:lstStyle/>
          <a:p>
            <a:pPr marL="0" lvl="0" indent="0" algn="l" rtl="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rgbClr val="3F3F3F"/>
              </a:buClr>
              <a:buSzPct val="100000"/>
              <a:buFont typeface="Times New Roman"/>
              <a:buNone/>
            </a:pPr>
            <a:r>
              <a:rPr lang="en-AU"/>
              <a:t>A Stored Procedure Approach</a:t>
            </a:r>
            <a:endParaRPr/>
          </a:p>
        </p:txBody>
      </p:sp>
      <p:sp>
        <p:nvSpPr>
          <p:cNvPr id="213" name="Google Shape;213;p26"/>
          <p:cNvSpPr txBox="1">
            <a:spLocks noGrp="1"/>
          </p:cNvSpPr>
          <p:nvPr>
            <p:ph type="body" idx="1"/>
          </p:nvPr>
        </p:nvSpPr>
        <p:spPr>
          <a:xfrm>
            <a:off x="762000" y="1066800"/>
            <a:ext cx="8229600" cy="48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0" bIns="45700" anchor="t" anchorCtr="0">
            <a:normAutofit fontScale="92500" lnSpcReduction="20000"/>
          </a:bodyPr>
          <a:lstStyle/>
          <a:p>
            <a:pPr marL="91440" lvl="0" indent="-117475" algn="l" rtl="0">
              <a:lnSpc>
                <a:spcPct val="170000"/>
              </a:lnSpc>
              <a:spcBef>
                <a:spcPts val="0"/>
              </a:spcBef>
              <a:spcAft>
                <a:spcPts val="0"/>
              </a:spcAft>
              <a:buSzPct val="100000"/>
              <a:buChar char=" "/>
            </a:pPr>
            <a:r>
              <a:rPr lang="en-AU"/>
              <a:t>Stored procedures </a:t>
            </a:r>
            <a:endParaRPr/>
          </a:p>
          <a:p>
            <a:pPr marL="384048" lvl="1" indent="-182879" algn="l" rtl="0">
              <a:lnSpc>
                <a:spcPct val="170000"/>
              </a:lnSpc>
              <a:spcBef>
                <a:spcPts val="400"/>
              </a:spcBef>
              <a:spcAft>
                <a:spcPts val="0"/>
              </a:spcAft>
              <a:buSzPct val="100000"/>
              <a:buChar char="◦"/>
            </a:pPr>
            <a:r>
              <a:rPr lang="en-AU"/>
              <a:t>procedures/functions that are </a:t>
            </a:r>
            <a:r>
              <a:rPr lang="en-AU" b="1"/>
              <a:t>stored in DB</a:t>
            </a:r>
            <a:r>
              <a:rPr lang="en-AU"/>
              <a:t> along with data </a:t>
            </a:r>
            <a:endParaRPr/>
          </a:p>
          <a:p>
            <a:pPr marL="384048" lvl="1" indent="-182879" algn="l" rtl="0">
              <a:lnSpc>
                <a:spcPct val="170000"/>
              </a:lnSpc>
              <a:spcBef>
                <a:spcPts val="600"/>
              </a:spcBef>
              <a:spcAft>
                <a:spcPts val="0"/>
              </a:spcAft>
              <a:buSzPct val="100000"/>
              <a:buChar char="◦"/>
            </a:pPr>
            <a:r>
              <a:rPr lang="en-AU"/>
              <a:t>written in a language combining SQL and </a:t>
            </a:r>
            <a:r>
              <a:rPr lang="en-AU" b="1"/>
              <a:t>procedural</a:t>
            </a:r>
            <a:r>
              <a:rPr lang="en-AU"/>
              <a:t> ideas </a:t>
            </a:r>
            <a:endParaRPr/>
          </a:p>
          <a:p>
            <a:pPr marL="384048" lvl="1" indent="-182879" algn="l" rtl="0">
              <a:lnSpc>
                <a:spcPct val="170000"/>
              </a:lnSpc>
              <a:spcBef>
                <a:spcPts val="600"/>
              </a:spcBef>
              <a:spcAft>
                <a:spcPts val="0"/>
              </a:spcAft>
              <a:buSzPct val="100000"/>
              <a:buChar char="◦"/>
            </a:pPr>
            <a:r>
              <a:rPr lang="en-AU"/>
              <a:t>provide a way to </a:t>
            </a:r>
            <a:r>
              <a:rPr lang="en-AU" b="1"/>
              <a:t>extend</a:t>
            </a:r>
            <a:r>
              <a:rPr lang="en-AU"/>
              <a:t> operations available in database </a:t>
            </a:r>
            <a:endParaRPr/>
          </a:p>
          <a:p>
            <a:pPr marL="384048" lvl="1" indent="-182879" algn="l" rtl="0">
              <a:lnSpc>
                <a:spcPct val="170000"/>
              </a:lnSpc>
              <a:spcBef>
                <a:spcPts val="600"/>
              </a:spcBef>
              <a:spcAft>
                <a:spcPts val="0"/>
              </a:spcAft>
              <a:buSzPct val="100000"/>
              <a:buChar char="◦"/>
            </a:pPr>
            <a:r>
              <a:rPr lang="en-AU"/>
              <a:t>executed </a:t>
            </a:r>
            <a:r>
              <a:rPr lang="en-AU" b="1"/>
              <a:t>within the DBMS   </a:t>
            </a:r>
            <a:r>
              <a:rPr lang="en-AU"/>
              <a:t>(close coupling with query engine) </a:t>
            </a:r>
            <a:endParaRPr/>
          </a:p>
          <a:p>
            <a:pPr marL="91440" lvl="0" indent="-117475" algn="l" rtl="0">
              <a:lnSpc>
                <a:spcPct val="170000"/>
              </a:lnSpc>
              <a:spcBef>
                <a:spcPts val="1600"/>
              </a:spcBef>
              <a:spcAft>
                <a:spcPts val="0"/>
              </a:spcAft>
              <a:buSzPct val="100000"/>
              <a:buChar char=" "/>
            </a:pPr>
            <a:r>
              <a:rPr lang="en-AU"/>
              <a:t>Benefits of using stored procedures: </a:t>
            </a:r>
            <a:endParaRPr/>
          </a:p>
          <a:p>
            <a:pPr marL="384048" lvl="1" indent="-182879" algn="l" rtl="0">
              <a:lnSpc>
                <a:spcPct val="170000"/>
              </a:lnSpc>
              <a:spcBef>
                <a:spcPts val="400"/>
              </a:spcBef>
              <a:spcAft>
                <a:spcPts val="0"/>
              </a:spcAft>
              <a:buSzPct val="100000"/>
              <a:buChar char="◦"/>
            </a:pPr>
            <a:r>
              <a:rPr lang="en-AU"/>
              <a:t>minimal data transfer cost SQL </a:t>
            </a:r>
            <a:r>
              <a:rPr lang="en-AU" i="1"/>
              <a:t>↔</a:t>
            </a:r>
            <a:r>
              <a:rPr lang="en-AU"/>
              <a:t> procedural code </a:t>
            </a:r>
            <a:endParaRPr/>
          </a:p>
          <a:p>
            <a:pPr marL="384048" lvl="1" indent="-182879" algn="l" rtl="0">
              <a:lnSpc>
                <a:spcPct val="170000"/>
              </a:lnSpc>
              <a:spcBef>
                <a:spcPts val="600"/>
              </a:spcBef>
              <a:spcAft>
                <a:spcPts val="0"/>
              </a:spcAft>
              <a:buSzPct val="100000"/>
              <a:buChar char="◦"/>
            </a:pPr>
            <a:r>
              <a:rPr lang="en-AU"/>
              <a:t>user-defined functions can be nicely integrated with SQL </a:t>
            </a:r>
            <a:endParaRPr/>
          </a:p>
          <a:p>
            <a:pPr marL="384048" lvl="1" indent="-182879" algn="l" rtl="0">
              <a:lnSpc>
                <a:spcPct val="170000"/>
              </a:lnSpc>
              <a:spcBef>
                <a:spcPts val="600"/>
              </a:spcBef>
              <a:spcAft>
                <a:spcPts val="0"/>
              </a:spcAft>
              <a:buSzPct val="100000"/>
              <a:buChar char="◦"/>
            </a:pPr>
            <a:r>
              <a:rPr lang="en-AU"/>
              <a:t>procedures are managed like other DBMS data (ACID) </a:t>
            </a:r>
            <a:endParaRPr/>
          </a:p>
          <a:p>
            <a:pPr marL="384048" lvl="1" indent="-182879" algn="l" rtl="0">
              <a:lnSpc>
                <a:spcPct val="170000"/>
              </a:lnSpc>
              <a:spcBef>
                <a:spcPts val="600"/>
              </a:spcBef>
              <a:spcAft>
                <a:spcPts val="0"/>
              </a:spcAft>
              <a:buSzPct val="100000"/>
              <a:buChar char="◦"/>
            </a:pPr>
            <a:r>
              <a:rPr lang="en-AU"/>
              <a:t>procedures and the data they manipulate are held together </a:t>
            </a:r>
            <a:endParaRPr/>
          </a:p>
        </p:txBody>
      </p:sp>
      <p:sp>
        <p:nvSpPr>
          <p:cNvPr id="214" name="Google Shape;214;p26"/>
          <p:cNvSpPr txBox="1">
            <a:spLocks noGrp="1"/>
          </p:cNvSpPr>
          <p:nvPr>
            <p:ph type="sldNum" idx="12"/>
          </p:nvPr>
        </p:nvSpPr>
        <p:spPr>
          <a:xfrm>
            <a:off x="7425344" y="6459786"/>
            <a:ext cx="984019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AU"/>
              <a:t>12</a:t>
            </a:fld>
            <a:endParaRPr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0" name="Google Shape;220;p27"/>
          <p:cNvSpPr/>
          <p:nvPr/>
        </p:nvSpPr>
        <p:spPr>
          <a:xfrm>
            <a:off x="990600" y="2201193"/>
            <a:ext cx="5410200" cy="1304007"/>
          </a:xfrm>
          <a:prstGeom prst="rect">
            <a:avLst/>
          </a:prstGeom>
          <a:solidFill>
            <a:schemeClr val="accent2">
              <a:alpha val="49803"/>
            </a:schemeClr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21" name="Google Shape;221;p27"/>
          <p:cNvSpPr/>
          <p:nvPr/>
        </p:nvSpPr>
        <p:spPr>
          <a:xfrm>
            <a:off x="990600" y="3657599"/>
            <a:ext cx="5410200" cy="1524000"/>
          </a:xfrm>
          <a:prstGeom prst="rect">
            <a:avLst/>
          </a:prstGeom>
          <a:solidFill>
            <a:schemeClr val="accent2">
              <a:alpha val="49803"/>
            </a:schemeClr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22" name="Google Shape;222;p27"/>
          <p:cNvSpPr txBox="1">
            <a:spLocks noGrp="1"/>
          </p:cNvSpPr>
          <p:nvPr>
            <p:ph type="title"/>
          </p:nvPr>
        </p:nvSpPr>
        <p:spPr>
          <a:xfrm>
            <a:off x="822960" y="286605"/>
            <a:ext cx="7543800" cy="70399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 fontScale="90000"/>
          </a:bodyPr>
          <a:lstStyle/>
          <a:p>
            <a:pPr marL="0" lvl="0" indent="0" algn="l" rtl="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rgbClr val="3F3F3F"/>
              </a:buClr>
              <a:buSzPct val="100000"/>
              <a:buFont typeface="Times New Roman"/>
              <a:buNone/>
            </a:pPr>
            <a:r>
              <a:rPr lang="en-AU"/>
              <a:t>SQL/PSM</a:t>
            </a:r>
            <a:endParaRPr/>
          </a:p>
        </p:txBody>
      </p:sp>
      <p:sp>
        <p:nvSpPr>
          <p:cNvPr id="223" name="Google Shape;223;p27"/>
          <p:cNvSpPr txBox="1">
            <a:spLocks noGrp="1"/>
          </p:cNvSpPr>
          <p:nvPr>
            <p:ph type="sldNum" idx="12"/>
          </p:nvPr>
        </p:nvSpPr>
        <p:spPr>
          <a:xfrm>
            <a:off x="7425344" y="6459786"/>
            <a:ext cx="984019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AU"/>
              <a:t>13</a:t>
            </a:fld>
            <a:endParaRPr/>
          </a:p>
        </p:txBody>
      </p:sp>
      <p:sp>
        <p:nvSpPr>
          <p:cNvPr id="224" name="Google Shape;224;p27"/>
          <p:cNvSpPr txBox="1">
            <a:spLocks noGrp="1"/>
          </p:cNvSpPr>
          <p:nvPr>
            <p:ph type="body" idx="1"/>
          </p:nvPr>
        </p:nvSpPr>
        <p:spPr>
          <a:xfrm>
            <a:off x="762000" y="1143000"/>
            <a:ext cx="7543801" cy="472609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0" bIns="45700" anchor="t" anchorCtr="0">
            <a:normAutofit lnSpcReduction="10000"/>
          </a:bodyPr>
          <a:lstStyle/>
          <a:p>
            <a:pPr marL="91440" lvl="0" indent="-12700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000"/>
              <a:buChar char=" "/>
            </a:pPr>
            <a:r>
              <a:rPr lang="en-AU"/>
              <a:t>SQL/PSM is a </a:t>
            </a:r>
            <a:r>
              <a:rPr lang="en-AU" b="1"/>
              <a:t>1996 standard for SQL</a:t>
            </a:r>
            <a:r>
              <a:rPr lang="en-AU"/>
              <a:t> stored procedures. (PSM = Persistent Stored Modules)</a:t>
            </a:r>
            <a:endParaRPr/>
          </a:p>
          <a:p>
            <a:pPr marL="91440" lvl="0" indent="-127000" algn="l" rtl="0">
              <a:lnSpc>
                <a:spcPct val="90000"/>
              </a:lnSpc>
              <a:spcBef>
                <a:spcPts val="1400"/>
              </a:spcBef>
              <a:spcAft>
                <a:spcPts val="0"/>
              </a:spcAft>
              <a:buSzPts val="2000"/>
              <a:buChar char=" "/>
            </a:pPr>
            <a:r>
              <a:rPr lang="en-AU"/>
              <a:t>Syntax for PSM procedure/function dentitions:</a:t>
            </a:r>
            <a:endParaRPr/>
          </a:p>
          <a:p>
            <a:pPr marL="91440" lvl="0" indent="0" algn="l" rtl="0">
              <a:lnSpc>
                <a:spcPct val="90000"/>
              </a:lnSpc>
              <a:spcBef>
                <a:spcPts val="1400"/>
              </a:spcBef>
              <a:spcAft>
                <a:spcPts val="0"/>
              </a:spcAft>
              <a:buSzPts val="2000"/>
              <a:buNone/>
            </a:pPr>
            <a:endParaRPr/>
          </a:p>
          <a:p>
            <a:pPr marL="457200" lvl="1" indent="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None/>
            </a:pPr>
            <a:r>
              <a:rPr lang="en-AU"/>
              <a:t>CREATE PROCEDURE ProcName ( &lt;ParamList&gt; )</a:t>
            </a:r>
            <a:endParaRPr/>
          </a:p>
          <a:p>
            <a:pPr marL="457200" lvl="1" indent="0" algn="l" rtl="0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SzPts val="1800"/>
              <a:buNone/>
            </a:pPr>
            <a:r>
              <a:rPr lang="en-AU"/>
              <a:t>[ local declarations ]</a:t>
            </a:r>
            <a:endParaRPr/>
          </a:p>
          <a:p>
            <a:pPr marL="457200" lvl="1" indent="0" algn="l" rtl="0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SzPts val="1800"/>
              <a:buNone/>
            </a:pPr>
            <a:r>
              <a:rPr lang="en-AU"/>
              <a:t>procedure body ;</a:t>
            </a:r>
            <a:endParaRPr/>
          </a:p>
          <a:p>
            <a:pPr marL="457200" lvl="1" indent="0" algn="l" rtl="0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SzPts val="1800"/>
              <a:buNone/>
            </a:pPr>
            <a:endParaRPr/>
          </a:p>
          <a:p>
            <a:pPr marL="457200" lvl="1" indent="0" algn="l" rtl="0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SzPts val="1800"/>
              <a:buNone/>
            </a:pPr>
            <a:r>
              <a:rPr lang="en-AU"/>
              <a:t>CREATE FUNCTION FuncName (&lt;ParamList&gt; )</a:t>
            </a:r>
            <a:endParaRPr/>
          </a:p>
          <a:p>
            <a:pPr marL="457200" lvl="1" indent="0" algn="l" rtl="0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SzPts val="1800"/>
              <a:buNone/>
            </a:pPr>
            <a:r>
              <a:rPr lang="en-AU" b="1"/>
              <a:t>RETURNS Type</a:t>
            </a:r>
            <a:endParaRPr/>
          </a:p>
          <a:p>
            <a:pPr marL="457200" lvl="1" indent="0" algn="l" rtl="0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SzPts val="1800"/>
              <a:buNone/>
            </a:pPr>
            <a:r>
              <a:rPr lang="en-AU"/>
              <a:t>[ local declarations ]</a:t>
            </a:r>
            <a:endParaRPr/>
          </a:p>
          <a:p>
            <a:pPr marL="457200" lvl="1" indent="0" algn="l" rtl="0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SzPts val="1800"/>
              <a:buNone/>
            </a:pPr>
            <a:r>
              <a:rPr lang="en-AU"/>
              <a:t>function body ;</a:t>
            </a:r>
            <a:endParaRPr/>
          </a:p>
          <a:p>
            <a:pPr marL="457200" lvl="1" indent="0" algn="l" rtl="0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SzPts val="1800"/>
              <a:buNone/>
            </a:pPr>
            <a:endParaRPr/>
          </a:p>
          <a:p>
            <a:pPr marL="91440" lvl="0" indent="-127000" algn="l" rtl="0">
              <a:lnSpc>
                <a:spcPct val="90000"/>
              </a:lnSpc>
              <a:spcBef>
                <a:spcPts val="1600"/>
              </a:spcBef>
              <a:spcAft>
                <a:spcPts val="0"/>
              </a:spcAft>
              <a:buSzPts val="2000"/>
              <a:buChar char=" "/>
            </a:pPr>
            <a:r>
              <a:rPr lang="en-AU"/>
              <a:t>Parameters have three modes: IN, OUT, INOUT</a:t>
            </a:r>
            <a:endParaRPr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0" name="Google Shape;230;p28"/>
          <p:cNvSpPr txBox="1">
            <a:spLocks noGrp="1"/>
          </p:cNvSpPr>
          <p:nvPr>
            <p:ph type="title"/>
          </p:nvPr>
        </p:nvSpPr>
        <p:spPr>
          <a:xfrm>
            <a:off x="822960" y="286605"/>
            <a:ext cx="7543800" cy="7041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91440" lvl="0" indent="-273050" algn="l" rtl="0">
              <a:lnSpc>
                <a:spcPct val="90000"/>
              </a:lnSpc>
              <a:spcBef>
                <a:spcPts val="1600"/>
              </a:spcBef>
              <a:spcAft>
                <a:spcPts val="0"/>
              </a:spcAft>
              <a:buClr>
                <a:schemeClr val="accent1"/>
              </a:buClr>
              <a:buSzPts val="4300"/>
              <a:buFont typeface="Calibri"/>
              <a:buChar char=" "/>
            </a:pPr>
            <a:r>
              <a:rPr lang="en-AU" sz="4300"/>
              <a:t>Parameters</a:t>
            </a:r>
            <a:endParaRPr sz="4300"/>
          </a:p>
        </p:txBody>
      </p:sp>
      <p:sp>
        <p:nvSpPr>
          <p:cNvPr id="231" name="Google Shape;231;p28"/>
          <p:cNvSpPr txBox="1">
            <a:spLocks noGrp="1"/>
          </p:cNvSpPr>
          <p:nvPr>
            <p:ph type="body" idx="1"/>
          </p:nvPr>
        </p:nvSpPr>
        <p:spPr>
          <a:xfrm>
            <a:off x="822959" y="1143000"/>
            <a:ext cx="7543800" cy="4726200"/>
          </a:xfrm>
          <a:prstGeom prst="rect">
            <a:avLst/>
          </a:prstGeom>
        </p:spPr>
        <p:txBody>
          <a:bodyPr spcFirstLastPara="1" wrap="square" lIns="0" tIns="45700" rIns="0" bIns="45700" anchor="t" anchorCtr="0">
            <a:noAutofit/>
          </a:bodyPr>
          <a:lstStyle/>
          <a:p>
            <a:pPr marL="457200" lvl="0" indent="-38100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Open Sans"/>
              <a:buChar char="●"/>
            </a:pPr>
            <a:r>
              <a:rPr lang="en-AU" sz="2400" b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IN :</a:t>
            </a:r>
            <a:r>
              <a:rPr lang="en-AU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A variable passed in this mode is of </a:t>
            </a:r>
            <a:r>
              <a:rPr lang="en-AU" sz="2400" b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read-only</a:t>
            </a:r>
            <a:r>
              <a:rPr lang="en-AU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nature. </a:t>
            </a:r>
            <a:endParaRPr sz="2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457200" lvl="0" indent="-38100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Open Sans"/>
              <a:buChar char="●"/>
            </a:pPr>
            <a:r>
              <a:rPr lang="en-AU" sz="2400" b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OUT :</a:t>
            </a:r>
            <a:r>
              <a:rPr lang="en-AU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In this mode, a variable is </a:t>
            </a:r>
            <a:r>
              <a:rPr lang="en-AU" sz="2400" b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write-only</a:t>
            </a:r>
            <a:r>
              <a:rPr lang="en-AU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and can be passed back to the calling program. It cannot be read inside the procedure and needs to be assigned a value.</a:t>
            </a:r>
            <a:endParaRPr sz="2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457200" lvl="0" indent="-38100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Open Sans"/>
              <a:buChar char="●"/>
            </a:pPr>
            <a:r>
              <a:rPr lang="en-AU" sz="2400" b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INOUT :</a:t>
            </a:r>
            <a:r>
              <a:rPr lang="en-AU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This procedure has features of </a:t>
            </a:r>
            <a:r>
              <a:rPr lang="en-AU" sz="2400" b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both</a:t>
            </a:r>
            <a:r>
              <a:rPr lang="en-AU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IN and OUT mode. The procedure can also read the variables value and can also change it to pass it to the calling function.</a:t>
            </a:r>
            <a:endParaRPr sz="2400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2" name="Google Shape;232;p28"/>
          <p:cNvSpPr txBox="1">
            <a:spLocks noGrp="1"/>
          </p:cNvSpPr>
          <p:nvPr>
            <p:ph type="sldNum" idx="12"/>
          </p:nvPr>
        </p:nvSpPr>
        <p:spPr>
          <a:xfrm>
            <a:off x="7425344" y="6459786"/>
            <a:ext cx="984000" cy="365100"/>
          </a:xfrm>
          <a:prstGeom prst="rect">
            <a:avLst/>
          </a:prstGeom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AU"/>
              <a:t>14</a:t>
            </a:fld>
            <a:endParaRPr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8" name="Google Shape;238;p29"/>
          <p:cNvSpPr txBox="1">
            <a:spLocks noGrp="1"/>
          </p:cNvSpPr>
          <p:nvPr>
            <p:ph type="title"/>
          </p:nvPr>
        </p:nvSpPr>
        <p:spPr>
          <a:xfrm>
            <a:off x="822960" y="286605"/>
            <a:ext cx="7543800" cy="70399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 fontScale="90000"/>
          </a:bodyPr>
          <a:lstStyle/>
          <a:p>
            <a:pPr marL="0" lvl="0" indent="0" algn="l" rtl="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rgbClr val="3F3F3F"/>
              </a:buClr>
              <a:buSzPct val="100000"/>
              <a:buFont typeface="Times New Roman"/>
              <a:buNone/>
            </a:pPr>
            <a:r>
              <a:rPr lang="en-AU"/>
              <a:t>SQL/PSM</a:t>
            </a:r>
            <a:endParaRPr/>
          </a:p>
        </p:txBody>
      </p:sp>
      <p:sp>
        <p:nvSpPr>
          <p:cNvPr id="239" name="Google Shape;239;p29"/>
          <p:cNvSpPr txBox="1">
            <a:spLocks noGrp="1"/>
          </p:cNvSpPr>
          <p:nvPr>
            <p:ph type="body" idx="1"/>
          </p:nvPr>
        </p:nvSpPr>
        <p:spPr>
          <a:xfrm>
            <a:off x="822959" y="1143000"/>
            <a:ext cx="7543801" cy="472609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0" bIns="45700" anchor="t" anchorCtr="0">
            <a:normAutofit/>
          </a:bodyPr>
          <a:lstStyle/>
          <a:p>
            <a:pPr marL="91440" lvl="0" indent="-12700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000"/>
              <a:buChar char=" "/>
            </a:pPr>
            <a:r>
              <a:rPr lang="en-AU">
                <a:latin typeface="Times New Roman"/>
                <a:ea typeface="Times New Roman"/>
                <a:cs typeface="Times New Roman"/>
                <a:sym typeface="Times New Roman"/>
              </a:rPr>
              <a:t>Example: Defining a procedure:</a:t>
            </a:r>
            <a:endParaRPr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91440" lvl="0" indent="-127000" algn="l" rtl="0">
              <a:lnSpc>
                <a:spcPct val="90000"/>
              </a:lnSpc>
              <a:spcBef>
                <a:spcPts val="1400"/>
              </a:spcBef>
              <a:spcAft>
                <a:spcPts val="0"/>
              </a:spcAft>
              <a:buSzPts val="2000"/>
              <a:buChar char=" "/>
            </a:pPr>
            <a:r>
              <a:rPr lang="en-AU">
                <a:latin typeface="Times New Roman"/>
                <a:ea typeface="Times New Roman"/>
                <a:cs typeface="Times New Roman"/>
                <a:sym typeface="Times New Roman"/>
              </a:rPr>
              <a:t>CREATE PROCEDURE AddNewPerson (</a:t>
            </a:r>
            <a:br>
              <a:rPr lang="en-AU">
                <a:latin typeface="Times New Roman"/>
                <a:ea typeface="Times New Roman"/>
                <a:cs typeface="Times New Roman"/>
                <a:sym typeface="Times New Roman"/>
              </a:rPr>
            </a:br>
            <a:r>
              <a:rPr lang="en-AU">
                <a:latin typeface="Times New Roman"/>
                <a:ea typeface="Times New Roman"/>
                <a:cs typeface="Times New Roman"/>
                <a:sym typeface="Times New Roman"/>
              </a:rPr>
              <a:t>IN name CHAR(20),</a:t>
            </a:r>
            <a:br>
              <a:rPr lang="en-AU">
                <a:latin typeface="Times New Roman"/>
                <a:ea typeface="Times New Roman"/>
                <a:cs typeface="Times New Roman"/>
                <a:sym typeface="Times New Roman"/>
              </a:rPr>
            </a:br>
            <a:r>
              <a:rPr lang="en-AU">
                <a:latin typeface="Times New Roman"/>
                <a:ea typeface="Times New Roman"/>
                <a:cs typeface="Times New Roman"/>
                <a:sym typeface="Times New Roman"/>
              </a:rPr>
              <a:t>IN id INTEGER</a:t>
            </a:r>
            <a:br>
              <a:rPr lang="en-AU">
                <a:latin typeface="Times New Roman"/>
                <a:ea typeface="Times New Roman"/>
                <a:cs typeface="Times New Roman"/>
                <a:sym typeface="Times New Roman"/>
              </a:rPr>
            </a:br>
            <a:r>
              <a:rPr lang="en-AU">
                <a:latin typeface="Times New Roman"/>
                <a:ea typeface="Times New Roman"/>
                <a:cs typeface="Times New Roman"/>
                <a:sym typeface="Times New Roman"/>
              </a:rPr>
              <a:t>)</a:t>
            </a:r>
            <a:br>
              <a:rPr lang="en-AU">
                <a:latin typeface="Times New Roman"/>
                <a:ea typeface="Times New Roman"/>
                <a:cs typeface="Times New Roman"/>
                <a:sym typeface="Times New Roman"/>
              </a:rPr>
            </a:br>
            <a:r>
              <a:rPr lang="en-AU">
                <a:latin typeface="Times New Roman"/>
                <a:ea typeface="Times New Roman"/>
                <a:cs typeface="Times New Roman"/>
                <a:sym typeface="Times New Roman"/>
              </a:rPr>
              <a:t>INSERT INTO People VALUES(name, id);</a:t>
            </a:r>
            <a:endParaRPr/>
          </a:p>
          <a:p>
            <a:pPr marL="91440" lvl="0" indent="0" algn="l" rtl="0">
              <a:lnSpc>
                <a:spcPct val="90000"/>
              </a:lnSpc>
              <a:spcBef>
                <a:spcPts val="1400"/>
              </a:spcBef>
              <a:spcAft>
                <a:spcPts val="0"/>
              </a:spcAft>
              <a:buSzPts val="2000"/>
              <a:buNone/>
            </a:pPr>
            <a:endParaRPr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91440" lvl="0" indent="-127000" algn="l" rtl="0">
              <a:lnSpc>
                <a:spcPct val="90000"/>
              </a:lnSpc>
              <a:spcBef>
                <a:spcPts val="1400"/>
              </a:spcBef>
              <a:spcAft>
                <a:spcPts val="0"/>
              </a:spcAft>
              <a:buSzPts val="2000"/>
              <a:buChar char=" "/>
            </a:pPr>
            <a:r>
              <a:rPr lang="en-AU">
                <a:latin typeface="Times New Roman"/>
                <a:ea typeface="Times New Roman"/>
                <a:cs typeface="Times New Roman"/>
                <a:sym typeface="Times New Roman"/>
              </a:rPr>
              <a:t>Example: Invoking a procedure using the SQL/PSM statement CALL</a:t>
            </a:r>
            <a:endParaRPr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91440" lvl="0" indent="-127000" algn="l" rtl="0">
              <a:lnSpc>
                <a:spcPct val="90000"/>
              </a:lnSpc>
              <a:spcBef>
                <a:spcPts val="1400"/>
              </a:spcBef>
              <a:spcAft>
                <a:spcPts val="0"/>
              </a:spcAft>
              <a:buSzPts val="2000"/>
              <a:buChar char=" "/>
            </a:pPr>
            <a:r>
              <a:rPr lang="en-AU">
                <a:latin typeface="Times New Roman"/>
                <a:ea typeface="Times New Roman"/>
                <a:cs typeface="Times New Roman"/>
                <a:sym typeface="Times New Roman"/>
              </a:rPr>
              <a:t>CALL AddNewPerson(‘Codd’, 000001);</a:t>
            </a:r>
            <a:endParaRPr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40" name="Google Shape;240;p29"/>
          <p:cNvSpPr txBox="1">
            <a:spLocks noGrp="1"/>
          </p:cNvSpPr>
          <p:nvPr>
            <p:ph type="sldNum" idx="12"/>
          </p:nvPr>
        </p:nvSpPr>
        <p:spPr>
          <a:xfrm>
            <a:off x="7425344" y="6459786"/>
            <a:ext cx="984019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AU"/>
              <a:t>15</a:t>
            </a:fld>
            <a:endParaRPr/>
          </a:p>
        </p:txBody>
      </p:sp>
      <p:sp>
        <p:nvSpPr>
          <p:cNvPr id="241" name="Google Shape;241;p29"/>
          <p:cNvSpPr/>
          <p:nvPr/>
        </p:nvSpPr>
        <p:spPr>
          <a:xfrm>
            <a:off x="685800" y="1519273"/>
            <a:ext cx="5029200" cy="1604927"/>
          </a:xfrm>
          <a:prstGeom prst="rect">
            <a:avLst/>
          </a:prstGeom>
          <a:noFill/>
          <a:ln w="9525" cap="flat" cmpd="sng">
            <a:solidFill>
              <a:schemeClr val="accen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accen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42" name="Google Shape;242;p29"/>
          <p:cNvSpPr/>
          <p:nvPr/>
        </p:nvSpPr>
        <p:spPr>
          <a:xfrm>
            <a:off x="685800" y="3962401"/>
            <a:ext cx="5029200" cy="609600"/>
          </a:xfrm>
          <a:prstGeom prst="rect">
            <a:avLst/>
          </a:prstGeom>
          <a:noFill/>
          <a:ln w="9525" cap="flat" cmpd="sng">
            <a:solidFill>
              <a:schemeClr val="accen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accen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8" name="Google Shape;248;p30"/>
          <p:cNvSpPr txBox="1">
            <a:spLocks noGrp="1"/>
          </p:cNvSpPr>
          <p:nvPr>
            <p:ph type="title"/>
          </p:nvPr>
        </p:nvSpPr>
        <p:spPr>
          <a:xfrm>
            <a:off x="822960" y="286605"/>
            <a:ext cx="7543800" cy="70399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/>
          <a:p>
            <a:pPr marL="0" lvl="0" indent="0" algn="l" rtl="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rgbClr val="3F3F3F"/>
              </a:buClr>
              <a:buSzPts val="4320"/>
              <a:buFont typeface="Times New Roman"/>
              <a:buNone/>
            </a:pPr>
            <a:r>
              <a:rPr lang="en-AU" sz="4220"/>
              <a:t>Status of PSM in Modern DB</a:t>
            </a:r>
            <a:endParaRPr sz="4220"/>
          </a:p>
        </p:txBody>
      </p:sp>
      <p:sp>
        <p:nvSpPr>
          <p:cNvPr id="249" name="Google Shape;249;p30"/>
          <p:cNvSpPr txBox="1">
            <a:spLocks noGrp="1"/>
          </p:cNvSpPr>
          <p:nvPr>
            <p:ph type="body" idx="1"/>
          </p:nvPr>
        </p:nvSpPr>
        <p:spPr>
          <a:xfrm>
            <a:off x="822959" y="1143000"/>
            <a:ext cx="7543801" cy="472609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0" bIns="45700" anchor="t" anchorCtr="0">
            <a:normAutofit/>
          </a:bodyPr>
          <a:lstStyle/>
          <a:p>
            <a:pPr marL="0" lvl="0" indent="0" algn="l" rtl="0">
              <a:lnSpc>
                <a:spcPct val="17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</a:pPr>
            <a:r>
              <a:rPr lang="en-AU"/>
              <a:t>Unfortunately, the PSM standard was </a:t>
            </a:r>
            <a:r>
              <a:rPr lang="en-AU" b="1" i="1"/>
              <a:t>developed</a:t>
            </a:r>
            <a:r>
              <a:rPr lang="en-AU"/>
              <a:t> </a:t>
            </a:r>
            <a:r>
              <a:rPr lang="en-AU" b="1" i="1"/>
              <a:t>after</a:t>
            </a:r>
            <a:r>
              <a:rPr lang="en-AU"/>
              <a:t> most DBMSs had their own stored procedure language  -&gt; </a:t>
            </a:r>
            <a:r>
              <a:rPr lang="en-AU" b="1"/>
              <a:t>No</a:t>
            </a:r>
            <a:r>
              <a:rPr lang="en-AU"/>
              <a:t> DBMS implements the PSM standard exactly.</a:t>
            </a:r>
            <a:endParaRPr/>
          </a:p>
          <a:p>
            <a:pPr marL="457200" lvl="0" indent="-457200" algn="l" rtl="0">
              <a:lnSpc>
                <a:spcPct val="170000"/>
              </a:lnSpc>
              <a:spcBef>
                <a:spcPts val="1400"/>
              </a:spcBef>
              <a:spcAft>
                <a:spcPts val="0"/>
              </a:spcAft>
              <a:buSzPts val="2000"/>
              <a:buFont typeface="Times New Roman"/>
              <a:buAutoNum type="arabicPeriod"/>
            </a:pPr>
            <a:r>
              <a:rPr lang="en-AU"/>
              <a:t>IBM's DB2 and MySQL implement the SQL/PSM closely (but not exactly)</a:t>
            </a:r>
            <a:endParaRPr/>
          </a:p>
          <a:p>
            <a:pPr marL="457200" lvl="0" indent="-457200" algn="l" rtl="0">
              <a:lnSpc>
                <a:spcPct val="170000"/>
              </a:lnSpc>
              <a:spcBef>
                <a:spcPts val="1400"/>
              </a:spcBef>
              <a:spcAft>
                <a:spcPts val="0"/>
              </a:spcAft>
              <a:buSzPts val="2000"/>
              <a:buFont typeface="Times New Roman"/>
              <a:buAutoNum type="arabicPeriod"/>
            </a:pPr>
            <a:r>
              <a:rPr lang="en-AU"/>
              <a:t>Oracle's PL/SQL is moderately close to the SQL/PSM standard</a:t>
            </a:r>
            <a:endParaRPr/>
          </a:p>
          <a:p>
            <a:pPr marL="457200" lvl="0" indent="-457200" algn="l" rtl="0">
              <a:lnSpc>
                <a:spcPct val="170000"/>
              </a:lnSpc>
              <a:spcBef>
                <a:spcPts val="1400"/>
              </a:spcBef>
              <a:spcAft>
                <a:spcPts val="0"/>
              </a:spcAft>
              <a:buSzPts val="2000"/>
              <a:buFont typeface="Times New Roman"/>
              <a:buAutoNum type="arabicPeriod"/>
            </a:pPr>
            <a:r>
              <a:rPr lang="en-AU"/>
              <a:t>PostgreSQL's PLpgSQL is close to PL/SQL (95% compatible)</a:t>
            </a:r>
            <a:endParaRPr/>
          </a:p>
        </p:txBody>
      </p:sp>
      <p:sp>
        <p:nvSpPr>
          <p:cNvPr id="250" name="Google Shape;250;p30"/>
          <p:cNvSpPr txBox="1">
            <a:spLocks noGrp="1"/>
          </p:cNvSpPr>
          <p:nvPr>
            <p:ph type="sldNum" idx="12"/>
          </p:nvPr>
        </p:nvSpPr>
        <p:spPr>
          <a:xfrm>
            <a:off x="7425344" y="6459786"/>
            <a:ext cx="984019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AU"/>
              <a:t>16</a:t>
            </a:fld>
            <a:endParaRPr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" name="Google Shape;256;p31"/>
          <p:cNvSpPr txBox="1">
            <a:spLocks noGrp="1"/>
          </p:cNvSpPr>
          <p:nvPr>
            <p:ph type="title"/>
          </p:nvPr>
        </p:nvSpPr>
        <p:spPr>
          <a:xfrm>
            <a:off x="822960" y="286605"/>
            <a:ext cx="7543800" cy="70399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 fontScale="90000"/>
          </a:bodyPr>
          <a:lstStyle/>
          <a:p>
            <a:pPr marL="0" lvl="0" indent="0" algn="l" rtl="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rgbClr val="3F3F3F"/>
              </a:buClr>
              <a:buSzPct val="100000"/>
              <a:buFont typeface="Times New Roman"/>
              <a:buNone/>
            </a:pPr>
            <a:r>
              <a:rPr lang="en-AU"/>
              <a:t>PostgreSQL</a:t>
            </a:r>
            <a:endParaRPr/>
          </a:p>
        </p:txBody>
      </p:sp>
      <p:sp>
        <p:nvSpPr>
          <p:cNvPr id="257" name="Google Shape;257;p31"/>
          <p:cNvSpPr txBox="1">
            <a:spLocks noGrp="1"/>
          </p:cNvSpPr>
          <p:nvPr>
            <p:ph type="body" idx="1"/>
          </p:nvPr>
        </p:nvSpPr>
        <p:spPr>
          <a:xfrm>
            <a:off x="822959" y="1143000"/>
            <a:ext cx="7543801" cy="472609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0" bIns="45700" anchor="t" anchorCtr="0">
            <a:normAutofit/>
          </a:bodyPr>
          <a:lstStyle/>
          <a:p>
            <a:pPr marL="384048" lvl="1" indent="-18288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70C0"/>
              </a:buClr>
              <a:buSzPts val="2000"/>
              <a:buChar char="◦"/>
            </a:pPr>
            <a:r>
              <a:rPr lang="en-AU" sz="2000">
                <a:solidFill>
                  <a:srgbClr val="0070C0"/>
                </a:solidFill>
              </a:rPr>
              <a:t>We can pass SQL commands via a "call-level" interface </a:t>
            </a:r>
            <a:br>
              <a:rPr lang="en-AU" sz="2000">
                <a:solidFill>
                  <a:srgbClr val="0070C0"/>
                </a:solidFill>
              </a:rPr>
            </a:br>
            <a:r>
              <a:rPr lang="en-AU" sz="2000">
                <a:solidFill>
                  <a:srgbClr val="0070C0"/>
                </a:solidFill>
              </a:rPr>
              <a:t>(PL is decoupled from DBMS; most flexible; e.g. Java/JDBC, Python/ODBC) </a:t>
            </a:r>
            <a:endParaRPr>
              <a:solidFill>
                <a:srgbClr val="0070C0"/>
              </a:solidFill>
            </a:endParaRPr>
          </a:p>
          <a:p>
            <a:pPr marL="384048" lvl="1" indent="-182880" algn="l" rtl="0">
              <a:lnSpc>
                <a:spcPct val="115000"/>
              </a:lnSpc>
              <a:spcBef>
                <a:spcPts val="600"/>
              </a:spcBef>
              <a:spcAft>
                <a:spcPts val="0"/>
              </a:spcAft>
              <a:buClr>
                <a:srgbClr val="0070C0"/>
              </a:buClr>
              <a:buSzPts val="2000"/>
              <a:buChar char="◦"/>
            </a:pPr>
            <a:r>
              <a:rPr lang="en-AU" sz="2000">
                <a:solidFill>
                  <a:srgbClr val="0070C0"/>
                </a:solidFill>
              </a:rPr>
              <a:t>We can embed SQL into augmented programming languages </a:t>
            </a:r>
            <a:br>
              <a:rPr lang="en-AU" sz="2000">
                <a:solidFill>
                  <a:srgbClr val="0070C0"/>
                </a:solidFill>
              </a:rPr>
            </a:br>
            <a:r>
              <a:rPr lang="en-AU" sz="2000">
                <a:solidFill>
                  <a:srgbClr val="0070C0"/>
                </a:solidFill>
              </a:rPr>
              <a:t>(requires PL pre-processor; typically DBMS-specific; e.g. SQL/C)</a:t>
            </a:r>
            <a:endParaRPr sz="2000">
              <a:solidFill>
                <a:srgbClr val="0070C0"/>
              </a:solidFill>
            </a:endParaRPr>
          </a:p>
          <a:p>
            <a:pPr marL="384048" lvl="1" indent="-182880" algn="l" rtl="0">
              <a:lnSpc>
                <a:spcPct val="115000"/>
              </a:lnSpc>
              <a:spcBef>
                <a:spcPts val="600"/>
              </a:spcBef>
              <a:spcAft>
                <a:spcPts val="0"/>
              </a:spcAft>
              <a:buSzPts val="2000"/>
              <a:buChar char="◦"/>
            </a:pPr>
            <a:r>
              <a:rPr lang="en-AU" sz="2000"/>
              <a:t>Database programming can also be realised via special-purpose programming language </a:t>
            </a:r>
            <a:r>
              <a:rPr lang="en-AU" sz="2000" b="1"/>
              <a:t>in the DBMS</a:t>
            </a:r>
            <a:endParaRPr/>
          </a:p>
          <a:p>
            <a:pPr marL="566928" lvl="2" indent="-182880" algn="l" rtl="0">
              <a:lnSpc>
                <a:spcPct val="115000"/>
              </a:lnSpc>
              <a:spcBef>
                <a:spcPts val="600"/>
              </a:spcBef>
              <a:spcAft>
                <a:spcPts val="0"/>
              </a:spcAft>
              <a:buSzPts val="2000"/>
              <a:buChar char="◦"/>
            </a:pPr>
            <a:r>
              <a:rPr lang="en-AU" sz="2000"/>
              <a:t>integrated with DBMS; </a:t>
            </a:r>
            <a:endParaRPr/>
          </a:p>
          <a:p>
            <a:pPr marL="566928" lvl="2" indent="-182880" algn="l" rtl="0">
              <a:lnSpc>
                <a:spcPct val="115000"/>
              </a:lnSpc>
              <a:spcBef>
                <a:spcPts val="600"/>
              </a:spcBef>
              <a:spcAft>
                <a:spcPts val="0"/>
              </a:spcAft>
              <a:buSzPts val="2000"/>
              <a:buChar char="◦"/>
            </a:pPr>
            <a:r>
              <a:rPr lang="en-AU" sz="2000"/>
              <a:t>enables extensibility; </a:t>
            </a:r>
            <a:endParaRPr/>
          </a:p>
          <a:p>
            <a:pPr marL="566928" lvl="2" indent="-182879" algn="l" rtl="0">
              <a:lnSpc>
                <a:spcPct val="115000"/>
              </a:lnSpc>
              <a:spcBef>
                <a:spcPts val="600"/>
              </a:spcBef>
              <a:spcAft>
                <a:spcPts val="0"/>
              </a:spcAft>
              <a:buSzPts val="2000"/>
              <a:buChar char="◦"/>
            </a:pPr>
            <a:r>
              <a:rPr lang="en-AU" sz="2000"/>
              <a:t>e.g. PL/SQL, PL/pgSQL.</a:t>
            </a:r>
            <a:endParaRPr/>
          </a:p>
        </p:txBody>
      </p:sp>
      <p:sp>
        <p:nvSpPr>
          <p:cNvPr id="258" name="Google Shape;258;p31"/>
          <p:cNvSpPr txBox="1">
            <a:spLocks noGrp="1"/>
          </p:cNvSpPr>
          <p:nvPr>
            <p:ph type="sldNum" idx="12"/>
          </p:nvPr>
        </p:nvSpPr>
        <p:spPr>
          <a:xfrm>
            <a:off x="7425344" y="6459786"/>
            <a:ext cx="984019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AU"/>
              <a:t>17</a:t>
            </a:fld>
            <a:endParaRPr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4" name="Google Shape;264;p32"/>
          <p:cNvSpPr txBox="1">
            <a:spLocks noGrp="1"/>
          </p:cNvSpPr>
          <p:nvPr>
            <p:ph type="title"/>
          </p:nvPr>
        </p:nvSpPr>
        <p:spPr>
          <a:xfrm>
            <a:off x="822960" y="286605"/>
            <a:ext cx="7543800" cy="70399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 fontScale="90000"/>
          </a:bodyPr>
          <a:lstStyle/>
          <a:p>
            <a:pPr marL="0" lvl="0" indent="0" algn="l" rtl="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rgbClr val="3F3F3F"/>
              </a:buClr>
              <a:buSzPct val="100000"/>
              <a:buFont typeface="Times New Roman"/>
              <a:buNone/>
            </a:pPr>
            <a:r>
              <a:rPr lang="en-AU"/>
              <a:t>User-defined Data Types</a:t>
            </a:r>
            <a:endParaRPr/>
          </a:p>
        </p:txBody>
      </p:sp>
      <p:sp>
        <p:nvSpPr>
          <p:cNvPr id="265" name="Google Shape;265;p32"/>
          <p:cNvSpPr txBox="1">
            <a:spLocks noGrp="1"/>
          </p:cNvSpPr>
          <p:nvPr>
            <p:ph type="body" idx="1"/>
          </p:nvPr>
        </p:nvSpPr>
        <p:spPr>
          <a:xfrm>
            <a:off x="822959" y="1143000"/>
            <a:ext cx="7543801" cy="472609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0" bIns="45700" anchor="t" anchorCtr="0">
            <a:normAutofit/>
          </a:bodyPr>
          <a:lstStyle/>
          <a:p>
            <a:pPr marL="91440" lvl="0" indent="-1270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Char char=" "/>
            </a:pPr>
            <a:r>
              <a:rPr lang="en-AU"/>
              <a:t>SQL data definition language provides: </a:t>
            </a:r>
            <a:endParaRPr/>
          </a:p>
          <a:p>
            <a:pPr marL="384048" lvl="1" indent="-18288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800"/>
              <a:buChar char="◦"/>
            </a:pPr>
            <a:r>
              <a:rPr lang="en-AU"/>
              <a:t>atomic types: integer, float, character, Boolean </a:t>
            </a:r>
            <a:endParaRPr/>
          </a:p>
          <a:p>
            <a:pPr marL="384048" lvl="1" indent="-182880" algn="l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800"/>
              <a:buChar char="◦"/>
            </a:pPr>
            <a:r>
              <a:rPr lang="en-AU"/>
              <a:t>ability to define tuple types (create table) </a:t>
            </a:r>
            <a:endParaRPr/>
          </a:p>
          <a:p>
            <a:pPr marL="91440" lvl="0" indent="-127000" algn="l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2000"/>
              <a:buChar char=" "/>
            </a:pPr>
            <a:r>
              <a:rPr lang="en-AU"/>
              <a:t>PostgreSQL also provides mechanisms to define new types:</a:t>
            </a:r>
            <a:endParaRPr/>
          </a:p>
          <a:p>
            <a:pPr marL="384048" lvl="1" indent="-18288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800"/>
              <a:buChar char="◦"/>
            </a:pPr>
            <a:r>
              <a:rPr lang="en-AU"/>
              <a:t>basic types: </a:t>
            </a:r>
            <a:r>
              <a:rPr lang="en-AU" b="1" i="1"/>
              <a:t>CREATE DOMAIN</a:t>
            </a:r>
            <a:endParaRPr/>
          </a:p>
          <a:p>
            <a:pPr marL="384048" lvl="1" indent="-182880" algn="l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800"/>
              <a:buChar char="◦"/>
            </a:pPr>
            <a:r>
              <a:rPr lang="en-AU"/>
              <a:t>tuple types: </a:t>
            </a:r>
            <a:r>
              <a:rPr lang="en-AU" b="1" i="1"/>
              <a:t>CREATE TYPE</a:t>
            </a:r>
            <a:endParaRPr/>
          </a:p>
        </p:txBody>
      </p:sp>
      <p:sp>
        <p:nvSpPr>
          <p:cNvPr id="266" name="Google Shape;266;p32"/>
          <p:cNvSpPr txBox="1">
            <a:spLocks noGrp="1"/>
          </p:cNvSpPr>
          <p:nvPr>
            <p:ph type="sldNum" idx="12"/>
          </p:nvPr>
        </p:nvSpPr>
        <p:spPr>
          <a:xfrm>
            <a:off x="7425344" y="6459786"/>
            <a:ext cx="984019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AU"/>
              <a:t>18</a:t>
            </a:fld>
            <a:endParaRPr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2" name="Google Shape;272;p33"/>
          <p:cNvSpPr txBox="1">
            <a:spLocks noGrp="1"/>
          </p:cNvSpPr>
          <p:nvPr>
            <p:ph type="body" idx="1"/>
          </p:nvPr>
        </p:nvSpPr>
        <p:spPr>
          <a:xfrm>
            <a:off x="800100" y="1266825"/>
            <a:ext cx="7543800" cy="4726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0" bIns="45700" anchor="t" anchorCtr="0">
            <a:no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</a:pPr>
            <a:r>
              <a:rPr lang="en-AU"/>
              <a:t>Syntax for defining a new atomic type (as specialisation of existing type):</a:t>
            </a:r>
            <a:endParaRPr/>
          </a:p>
          <a:p>
            <a:pPr marL="201168" lvl="1" indent="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None/>
            </a:pPr>
            <a:r>
              <a:rPr lang="en-AU">
                <a:highlight>
                  <a:srgbClr val="FFFF00"/>
                </a:highlight>
              </a:rPr>
              <a:t>CREATE DOMAIN DomainName [ AS ] DataType</a:t>
            </a:r>
            <a:endParaRPr>
              <a:highlight>
                <a:srgbClr val="FFFF00"/>
              </a:highlight>
            </a:endParaRPr>
          </a:p>
          <a:p>
            <a:pPr marL="201168" lvl="1" indent="0" algn="l" rtl="0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SzPts val="1800"/>
              <a:buNone/>
            </a:pPr>
            <a:r>
              <a:rPr lang="en-AU">
                <a:highlight>
                  <a:srgbClr val="FFFF00"/>
                </a:highlight>
              </a:rPr>
              <a:t>[ DEFAULT expression ]</a:t>
            </a:r>
            <a:endParaRPr>
              <a:highlight>
                <a:srgbClr val="FFFF00"/>
              </a:highlight>
            </a:endParaRPr>
          </a:p>
          <a:p>
            <a:pPr marL="201168" lvl="1" indent="0" algn="l" rtl="0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SzPts val="1800"/>
              <a:buNone/>
            </a:pPr>
            <a:r>
              <a:rPr lang="en-AU">
                <a:highlight>
                  <a:srgbClr val="FFFF00"/>
                </a:highlight>
              </a:rPr>
              <a:t>[ CONSTRAINT ConstrName constraint ]</a:t>
            </a:r>
            <a:endParaRPr sz="1000">
              <a:highlight>
                <a:srgbClr val="FFFF00"/>
              </a:highlight>
            </a:endParaRPr>
          </a:p>
          <a:p>
            <a:pPr marL="0" lvl="0" indent="0" algn="l" rtl="0">
              <a:lnSpc>
                <a:spcPct val="90000"/>
              </a:lnSpc>
              <a:spcBef>
                <a:spcPts val="1600"/>
              </a:spcBef>
              <a:spcAft>
                <a:spcPts val="0"/>
              </a:spcAft>
              <a:buSzPts val="2000"/>
              <a:buNone/>
            </a:pPr>
            <a:r>
              <a:rPr lang="en-AU"/>
              <a:t>Example</a:t>
            </a:r>
            <a:endParaRPr/>
          </a:p>
          <a:p>
            <a:pPr marL="201168" lvl="1" indent="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None/>
            </a:pPr>
            <a:r>
              <a:rPr lang="en-AU">
                <a:highlight>
                  <a:srgbClr val="FFFF00"/>
                </a:highlight>
              </a:rPr>
              <a:t>Create Domain UnswCourseCode as text</a:t>
            </a:r>
            <a:endParaRPr>
              <a:highlight>
                <a:srgbClr val="FFFF00"/>
              </a:highlight>
            </a:endParaRPr>
          </a:p>
          <a:p>
            <a:pPr marL="201168" lvl="1" indent="0" algn="l" rtl="0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SzPts val="1800"/>
              <a:buNone/>
            </a:pPr>
            <a:r>
              <a:rPr lang="en-AU">
                <a:highlight>
                  <a:srgbClr val="FFFF00"/>
                </a:highlight>
              </a:rPr>
              <a:t>check ( value ~ '[A-Z]{4}[0-9]{4}' );</a:t>
            </a:r>
            <a:endParaRPr>
              <a:highlight>
                <a:srgbClr val="FFFF00"/>
              </a:highlight>
            </a:endParaRPr>
          </a:p>
          <a:p>
            <a:pPr marL="0" lvl="0" indent="0" algn="l" rtl="0">
              <a:lnSpc>
                <a:spcPct val="90000"/>
              </a:lnSpc>
              <a:spcBef>
                <a:spcPts val="1600"/>
              </a:spcBef>
              <a:spcAft>
                <a:spcPts val="0"/>
              </a:spcAft>
              <a:buSzPts val="2000"/>
              <a:buNone/>
            </a:pPr>
            <a:endParaRPr sz="1000"/>
          </a:p>
          <a:p>
            <a:pPr marL="0" lvl="0" indent="0" algn="l" rtl="0">
              <a:lnSpc>
                <a:spcPct val="90000"/>
              </a:lnSpc>
              <a:spcBef>
                <a:spcPts val="1600"/>
              </a:spcBef>
              <a:spcAft>
                <a:spcPts val="0"/>
              </a:spcAft>
              <a:buSzPts val="2000"/>
              <a:buNone/>
            </a:pPr>
            <a:r>
              <a:rPr lang="en-AU"/>
              <a:t>which can then be used like other SQL atomic types</a:t>
            </a:r>
            <a:endParaRPr/>
          </a:p>
          <a:p>
            <a:pPr marL="201168" lvl="1" indent="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None/>
            </a:pPr>
            <a:r>
              <a:rPr lang="en-AU">
                <a:highlight>
                  <a:srgbClr val="FFFF00"/>
                </a:highlight>
              </a:rPr>
              <a:t>Create Table Course (</a:t>
            </a:r>
            <a:endParaRPr>
              <a:highlight>
                <a:srgbClr val="FFFF00"/>
              </a:highlight>
            </a:endParaRPr>
          </a:p>
          <a:p>
            <a:pPr marL="201168" lvl="1" indent="0" algn="l" rtl="0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SzPts val="1800"/>
              <a:buNone/>
            </a:pPr>
            <a:r>
              <a:rPr lang="en-AU">
                <a:highlight>
                  <a:srgbClr val="FFFF00"/>
                </a:highlight>
              </a:rPr>
              <a:t>	id integer,</a:t>
            </a:r>
            <a:endParaRPr>
              <a:highlight>
                <a:srgbClr val="FFFF00"/>
              </a:highlight>
            </a:endParaRPr>
          </a:p>
          <a:p>
            <a:pPr marL="201168" lvl="1" indent="0" algn="l" rtl="0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SzPts val="1800"/>
              <a:buNone/>
            </a:pPr>
            <a:r>
              <a:rPr lang="en-AU">
                <a:highlight>
                  <a:srgbClr val="FFFF00"/>
                </a:highlight>
              </a:rPr>
              <a:t>	code UnswCourseCode, ...</a:t>
            </a:r>
            <a:endParaRPr>
              <a:highlight>
                <a:srgbClr val="FFFF00"/>
              </a:highlight>
            </a:endParaRPr>
          </a:p>
          <a:p>
            <a:pPr marL="201168" lvl="1" indent="0" algn="l" rtl="0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SzPts val="1800"/>
              <a:buNone/>
            </a:pPr>
            <a:r>
              <a:rPr lang="en-AU">
                <a:highlight>
                  <a:srgbClr val="FFFF00"/>
                </a:highlight>
              </a:rPr>
              <a:t>);</a:t>
            </a:r>
            <a:endParaRPr>
              <a:highlight>
                <a:srgbClr val="FFFF00"/>
              </a:highlight>
            </a:endParaRPr>
          </a:p>
        </p:txBody>
      </p:sp>
      <p:sp>
        <p:nvSpPr>
          <p:cNvPr id="273" name="Google Shape;273;p33"/>
          <p:cNvSpPr txBox="1">
            <a:spLocks noGrp="1"/>
          </p:cNvSpPr>
          <p:nvPr>
            <p:ph type="title"/>
          </p:nvPr>
        </p:nvSpPr>
        <p:spPr>
          <a:xfrm>
            <a:off x="822960" y="286605"/>
            <a:ext cx="7543800" cy="704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 fontScale="90000"/>
          </a:bodyPr>
          <a:lstStyle/>
          <a:p>
            <a:pPr marL="0" lvl="0" indent="0" algn="l" rtl="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rgbClr val="3F3F3F"/>
              </a:buClr>
              <a:buSzPct val="100000"/>
              <a:buFont typeface="Times New Roman"/>
              <a:buNone/>
            </a:pPr>
            <a:r>
              <a:rPr lang="en-AU"/>
              <a:t>User-defined Data Types(cont.)</a:t>
            </a:r>
            <a:endParaRPr/>
          </a:p>
        </p:txBody>
      </p:sp>
      <p:sp>
        <p:nvSpPr>
          <p:cNvPr id="274" name="Google Shape;274;p33"/>
          <p:cNvSpPr txBox="1">
            <a:spLocks noGrp="1"/>
          </p:cNvSpPr>
          <p:nvPr>
            <p:ph type="sldNum" idx="12"/>
          </p:nvPr>
        </p:nvSpPr>
        <p:spPr>
          <a:xfrm>
            <a:off x="7425344" y="6459786"/>
            <a:ext cx="984019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AU"/>
              <a:t>19</a:t>
            </a:fld>
            <a:endParaRPr/>
          </a:p>
        </p:txBody>
      </p:sp>
      <p:sp>
        <p:nvSpPr>
          <p:cNvPr id="275" name="Google Shape;275;p33"/>
          <p:cNvSpPr txBox="1"/>
          <p:nvPr/>
        </p:nvSpPr>
        <p:spPr>
          <a:xfrm>
            <a:off x="6477000" y="1945838"/>
            <a:ext cx="2286000" cy="258532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AU" sz="18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~ is POSIX Regular Expressions</a:t>
            </a:r>
            <a:endParaRPr/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br>
              <a:rPr lang="en-AU" sz="18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</a:br>
            <a:r>
              <a:rPr lang="en-AU" sz="18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POSIX regular expressions provide a more powerful means for pattern matching than LIKE and SIMILAR TO. </a:t>
            </a:r>
            <a:endParaRPr sz="18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1" name="Google Shape;281;p34"/>
          <p:cNvSpPr/>
          <p:nvPr/>
        </p:nvSpPr>
        <p:spPr>
          <a:xfrm>
            <a:off x="912688" y="1467890"/>
            <a:ext cx="5030912" cy="764627"/>
          </a:xfrm>
          <a:prstGeom prst="rect">
            <a:avLst/>
          </a:prstGeom>
          <a:solidFill>
            <a:schemeClr val="accent2">
              <a:alpha val="49803"/>
            </a:schemeClr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82" name="Google Shape;282;p34"/>
          <p:cNvSpPr txBox="1">
            <a:spLocks noGrp="1"/>
          </p:cNvSpPr>
          <p:nvPr>
            <p:ph type="body" idx="1"/>
          </p:nvPr>
        </p:nvSpPr>
        <p:spPr>
          <a:xfrm>
            <a:off x="822959" y="1143000"/>
            <a:ext cx="7543801" cy="472609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0" bIns="45700" anchor="t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</a:pPr>
            <a:r>
              <a:rPr lang="en-AU"/>
              <a:t>Syntax for defining a new tuple type:</a:t>
            </a:r>
            <a:endParaRPr/>
          </a:p>
          <a:p>
            <a:pPr marL="201168" lvl="1" indent="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None/>
            </a:pPr>
            <a:r>
              <a:rPr lang="en-AU"/>
              <a:t>CREATE TYPE TypeName AS</a:t>
            </a:r>
            <a:endParaRPr/>
          </a:p>
          <a:p>
            <a:pPr marL="201168" lvl="1" indent="0" algn="l" rtl="0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SzPts val="1800"/>
              <a:buNone/>
            </a:pPr>
            <a:r>
              <a:rPr lang="en-AU"/>
              <a:t>( AttrName1 DataType1, AttrName2 DataType2, ...)</a:t>
            </a:r>
            <a:endParaRPr/>
          </a:p>
          <a:p>
            <a:pPr marL="0" lvl="0" indent="0" algn="l" rtl="0">
              <a:lnSpc>
                <a:spcPct val="90000"/>
              </a:lnSpc>
              <a:spcBef>
                <a:spcPts val="1600"/>
              </a:spcBef>
              <a:spcAft>
                <a:spcPts val="0"/>
              </a:spcAft>
              <a:buSzPts val="2000"/>
              <a:buNone/>
            </a:pPr>
            <a:r>
              <a:rPr lang="en-AU"/>
              <a:t>Example</a:t>
            </a:r>
            <a:endParaRPr/>
          </a:p>
          <a:p>
            <a:pPr marL="201168" lvl="1" indent="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None/>
            </a:pPr>
            <a:r>
              <a:rPr lang="en-AU"/>
              <a:t>Create type ComplexNumber as ( r float, i float );</a:t>
            </a:r>
            <a:endParaRPr/>
          </a:p>
          <a:p>
            <a:pPr marL="201168" lvl="1" indent="0" algn="l" rtl="0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SzPts val="1800"/>
              <a:buNone/>
            </a:pPr>
            <a:endParaRPr/>
          </a:p>
          <a:p>
            <a:pPr marL="201168" lvl="1" indent="0" algn="l" rtl="0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SzPts val="1800"/>
              <a:buNone/>
            </a:pPr>
            <a:r>
              <a:rPr lang="en-AU"/>
              <a:t>Create type CourseInfo as (</a:t>
            </a:r>
            <a:endParaRPr/>
          </a:p>
          <a:p>
            <a:pPr marL="201168" lvl="1" indent="0" algn="l" rtl="0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SzPts val="1800"/>
              <a:buNone/>
            </a:pPr>
            <a:r>
              <a:rPr lang="en-AU"/>
              <a:t>	course UnswCourseCode ,</a:t>
            </a:r>
            <a:endParaRPr/>
          </a:p>
          <a:p>
            <a:pPr marL="201168" lvl="1" indent="0" algn="l" rtl="0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SzPts val="1800"/>
              <a:buNone/>
            </a:pPr>
            <a:r>
              <a:rPr lang="en-AU"/>
              <a:t>	syllabus text ,</a:t>
            </a:r>
            <a:endParaRPr/>
          </a:p>
          <a:p>
            <a:pPr marL="201168" lvl="1" indent="0" algn="l" rtl="0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SzPts val="1800"/>
              <a:buNone/>
            </a:pPr>
            <a:r>
              <a:rPr lang="en-AU"/>
              <a:t>	lecturer text</a:t>
            </a:r>
            <a:endParaRPr/>
          </a:p>
          <a:p>
            <a:pPr marL="201168" lvl="1" indent="0" algn="l" rtl="0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SzPts val="1800"/>
              <a:buNone/>
            </a:pPr>
            <a:r>
              <a:rPr lang="en-AU"/>
              <a:t>);</a:t>
            </a:r>
            <a:endParaRPr/>
          </a:p>
          <a:p>
            <a:pPr marL="0" lvl="0" indent="0" algn="l" rtl="0">
              <a:lnSpc>
                <a:spcPct val="90000"/>
              </a:lnSpc>
              <a:spcBef>
                <a:spcPts val="1600"/>
              </a:spcBef>
              <a:spcAft>
                <a:spcPts val="0"/>
              </a:spcAft>
              <a:buSzPts val="2000"/>
              <a:buNone/>
            </a:pPr>
            <a:r>
              <a:rPr lang="en-AU"/>
              <a:t>If attributes need constraints, can be supplied by using a DOMAIN.</a:t>
            </a:r>
            <a:endParaRPr/>
          </a:p>
        </p:txBody>
      </p:sp>
      <p:sp>
        <p:nvSpPr>
          <p:cNvPr id="283" name="Google Shape;283;p34"/>
          <p:cNvSpPr txBox="1">
            <a:spLocks noGrp="1"/>
          </p:cNvSpPr>
          <p:nvPr>
            <p:ph type="title"/>
          </p:nvPr>
        </p:nvSpPr>
        <p:spPr>
          <a:xfrm>
            <a:off x="822960" y="286605"/>
            <a:ext cx="7543800" cy="70399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 fontScale="90000"/>
          </a:bodyPr>
          <a:lstStyle/>
          <a:p>
            <a:pPr marL="0" lvl="0" indent="0" algn="l" rtl="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rgbClr val="3F3F3F"/>
              </a:buClr>
              <a:buSzPct val="100000"/>
              <a:buFont typeface="Times New Roman"/>
              <a:buNone/>
            </a:pPr>
            <a:r>
              <a:rPr lang="en-AU"/>
              <a:t>User-defined Data Types(cont.)</a:t>
            </a:r>
            <a:endParaRPr/>
          </a:p>
        </p:txBody>
      </p:sp>
      <p:sp>
        <p:nvSpPr>
          <p:cNvPr id="284" name="Google Shape;284;p34"/>
          <p:cNvSpPr txBox="1">
            <a:spLocks noGrp="1"/>
          </p:cNvSpPr>
          <p:nvPr>
            <p:ph type="sldNum" idx="12"/>
          </p:nvPr>
        </p:nvSpPr>
        <p:spPr>
          <a:xfrm>
            <a:off x="7425344" y="6459786"/>
            <a:ext cx="984019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AU"/>
              <a:t>20</a:t>
            </a:fld>
            <a:endParaRPr/>
          </a:p>
        </p:txBody>
      </p:sp>
      <p:sp>
        <p:nvSpPr>
          <p:cNvPr id="285" name="Google Shape;285;p34"/>
          <p:cNvSpPr/>
          <p:nvPr/>
        </p:nvSpPr>
        <p:spPr>
          <a:xfrm>
            <a:off x="914400" y="2590799"/>
            <a:ext cx="4876800" cy="457200"/>
          </a:xfrm>
          <a:prstGeom prst="rect">
            <a:avLst/>
          </a:prstGeom>
          <a:noFill/>
          <a:ln w="9525" cap="flat" cmpd="sng">
            <a:solidFill>
              <a:schemeClr val="accen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accen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86" name="Google Shape;286;p34"/>
          <p:cNvSpPr/>
          <p:nvPr/>
        </p:nvSpPr>
        <p:spPr>
          <a:xfrm>
            <a:off x="914400" y="3200399"/>
            <a:ext cx="4876800" cy="1752600"/>
          </a:xfrm>
          <a:prstGeom prst="rect">
            <a:avLst/>
          </a:prstGeom>
          <a:noFill/>
          <a:ln w="9525" cap="flat" cmpd="sng">
            <a:solidFill>
              <a:schemeClr val="accen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accen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2" name="Google Shape;292;p35"/>
          <p:cNvSpPr txBox="1">
            <a:spLocks noGrp="1"/>
          </p:cNvSpPr>
          <p:nvPr>
            <p:ph type="title"/>
          </p:nvPr>
        </p:nvSpPr>
        <p:spPr>
          <a:xfrm>
            <a:off x="822960" y="286605"/>
            <a:ext cx="7543800" cy="70399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 fontScale="90000"/>
          </a:bodyPr>
          <a:lstStyle/>
          <a:p>
            <a:pPr marL="0" lvl="0" indent="0" algn="l" rtl="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rgbClr val="3F3F3F"/>
              </a:buClr>
              <a:buSzPct val="100000"/>
              <a:buFont typeface="Times New Roman"/>
              <a:buNone/>
            </a:pPr>
            <a:r>
              <a:rPr lang="en-AU"/>
              <a:t>User-defined Data Types(cont.)</a:t>
            </a:r>
            <a:endParaRPr/>
          </a:p>
        </p:txBody>
      </p:sp>
      <p:sp>
        <p:nvSpPr>
          <p:cNvPr id="293" name="Google Shape;293;p35"/>
          <p:cNvSpPr txBox="1">
            <a:spLocks noGrp="1"/>
          </p:cNvSpPr>
          <p:nvPr>
            <p:ph type="body" idx="1"/>
          </p:nvPr>
        </p:nvSpPr>
        <p:spPr>
          <a:xfrm>
            <a:off x="822959" y="1143000"/>
            <a:ext cx="7543801" cy="472609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0" bIns="45700" anchor="t" anchorCtr="0">
            <a:normAutofit/>
          </a:bodyPr>
          <a:lstStyle/>
          <a:p>
            <a:pPr marL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</a:pPr>
            <a:r>
              <a:rPr lang="en-AU" sz="2200"/>
              <a:t>CREATE TYPE is different from CREATE TABLE:</a:t>
            </a:r>
            <a:endParaRPr sz="2200"/>
          </a:p>
          <a:p>
            <a:pPr marL="544068" lvl="1" indent="-355600" algn="l" rtl="0">
              <a:lnSpc>
                <a:spcPct val="150000"/>
              </a:lnSpc>
              <a:spcBef>
                <a:spcPts val="400"/>
              </a:spcBef>
              <a:spcAft>
                <a:spcPts val="0"/>
              </a:spcAft>
              <a:buSzPts val="2000"/>
              <a:buFont typeface="Times New Roman"/>
              <a:buAutoNum type="arabicPeriod"/>
            </a:pPr>
            <a:r>
              <a:rPr lang="en-AU" sz="2000"/>
              <a:t>does not create a new (empty) table</a:t>
            </a:r>
            <a:endParaRPr sz="2000"/>
          </a:p>
          <a:p>
            <a:pPr marL="544068" lvl="1" indent="-355600" algn="l" rtl="0">
              <a:lnSpc>
                <a:spcPct val="150000"/>
              </a:lnSpc>
              <a:spcBef>
                <a:spcPts val="600"/>
              </a:spcBef>
              <a:spcAft>
                <a:spcPts val="0"/>
              </a:spcAft>
              <a:buSzPts val="2000"/>
              <a:buFont typeface="Times New Roman"/>
              <a:buAutoNum type="arabicPeriod"/>
            </a:pPr>
            <a:r>
              <a:rPr lang="en-AU" sz="2000"/>
              <a:t>does not provide for key constraints</a:t>
            </a:r>
            <a:endParaRPr sz="2000"/>
          </a:p>
          <a:p>
            <a:pPr marL="544068" lvl="1" indent="-355600" algn="l" rtl="0">
              <a:lnSpc>
                <a:spcPct val="150000"/>
              </a:lnSpc>
              <a:spcBef>
                <a:spcPts val="600"/>
              </a:spcBef>
              <a:spcAft>
                <a:spcPts val="0"/>
              </a:spcAft>
              <a:buSzPts val="2000"/>
              <a:buFont typeface="Times New Roman"/>
              <a:buAutoNum type="arabicPeriod"/>
            </a:pPr>
            <a:r>
              <a:rPr lang="en-AU" sz="2000"/>
              <a:t>does not have explicit specification of domain constraints</a:t>
            </a:r>
            <a:endParaRPr sz="2000"/>
          </a:p>
          <a:p>
            <a:pPr marL="0" lvl="0" indent="0" algn="l" rtl="0">
              <a:lnSpc>
                <a:spcPct val="150000"/>
              </a:lnSpc>
              <a:spcBef>
                <a:spcPts val="1600"/>
              </a:spcBef>
              <a:spcAft>
                <a:spcPts val="0"/>
              </a:spcAft>
              <a:buSzPts val="2000"/>
              <a:buNone/>
            </a:pPr>
            <a:r>
              <a:rPr lang="en-AU" sz="2200"/>
              <a:t>Used for </a:t>
            </a:r>
            <a:r>
              <a:rPr lang="en-AU" sz="2200" b="1"/>
              <a:t>specifying return types of functions</a:t>
            </a:r>
            <a:r>
              <a:rPr lang="en-AU" sz="2200"/>
              <a:t> that return tuples or sets.</a:t>
            </a:r>
            <a:endParaRPr sz="2200"/>
          </a:p>
        </p:txBody>
      </p:sp>
      <p:sp>
        <p:nvSpPr>
          <p:cNvPr id="294" name="Google Shape;294;p35"/>
          <p:cNvSpPr txBox="1">
            <a:spLocks noGrp="1"/>
          </p:cNvSpPr>
          <p:nvPr>
            <p:ph type="sldNum" idx="12"/>
          </p:nvPr>
        </p:nvSpPr>
        <p:spPr>
          <a:xfrm>
            <a:off x="7425344" y="6459786"/>
            <a:ext cx="984019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AU"/>
              <a:t>21</a:t>
            </a:fld>
            <a:endParaRPr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0" name="Google Shape;300;p36"/>
          <p:cNvSpPr/>
          <p:nvPr/>
        </p:nvSpPr>
        <p:spPr>
          <a:xfrm>
            <a:off x="914400" y="1676400"/>
            <a:ext cx="4480560" cy="2362200"/>
          </a:xfrm>
          <a:prstGeom prst="rect">
            <a:avLst/>
          </a:prstGeom>
          <a:solidFill>
            <a:schemeClr val="accent2">
              <a:alpha val="49803"/>
            </a:schemeClr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301" name="Google Shape;301;p36"/>
          <p:cNvSpPr txBox="1">
            <a:spLocks noGrp="1"/>
          </p:cNvSpPr>
          <p:nvPr>
            <p:ph type="body" idx="1"/>
          </p:nvPr>
        </p:nvSpPr>
        <p:spPr>
          <a:xfrm>
            <a:off x="822959" y="1143000"/>
            <a:ext cx="7543801" cy="472609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0" bIns="45700" anchor="t" anchorCtr="0">
            <a:normAutofit/>
          </a:bodyPr>
          <a:lstStyle/>
          <a:p>
            <a:pPr marL="91440" lvl="0" indent="-12700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2000"/>
              <a:buChar char=" "/>
            </a:pPr>
            <a:r>
              <a:rPr lang="en-AU">
                <a:latin typeface="Times New Roman"/>
                <a:ea typeface="Times New Roman"/>
                <a:cs typeface="Times New Roman"/>
                <a:sym typeface="Times New Roman"/>
              </a:rPr>
              <a:t>PostgreSQL allows users to define functions to be defined in SQL </a:t>
            </a:r>
            <a:endParaRPr/>
          </a:p>
          <a:p>
            <a:pPr marL="457200" lvl="1" indent="0" algn="l" rtl="0">
              <a:lnSpc>
                <a:spcPct val="150000"/>
              </a:lnSpc>
              <a:spcBef>
                <a:spcPts val="400"/>
              </a:spcBef>
              <a:spcAft>
                <a:spcPts val="0"/>
              </a:spcAft>
              <a:buSzPts val="1800"/>
              <a:buNone/>
            </a:pPr>
            <a:r>
              <a:rPr lang="en-AU">
                <a:solidFill>
                  <a:srgbClr val="FF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CREATE OR REPLACE FUNCTION </a:t>
            </a:r>
            <a:endParaRPr/>
          </a:p>
          <a:p>
            <a:pPr marL="457200" lvl="1" indent="0" algn="l" rtl="0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SzPts val="1800"/>
              <a:buNone/>
            </a:pPr>
            <a:r>
              <a:rPr lang="en-AU" i="1">
                <a:latin typeface="Times New Roman"/>
                <a:ea typeface="Times New Roman"/>
                <a:cs typeface="Times New Roman"/>
                <a:sym typeface="Times New Roman"/>
              </a:rPr>
              <a:t>	funcName</a:t>
            </a:r>
            <a:r>
              <a:rPr lang="en-AU">
                <a:latin typeface="Times New Roman"/>
                <a:ea typeface="Times New Roman"/>
                <a:cs typeface="Times New Roman"/>
                <a:sym typeface="Times New Roman"/>
              </a:rPr>
              <a:t>(</a:t>
            </a:r>
            <a:r>
              <a:rPr lang="en-AU" i="1">
                <a:latin typeface="Times New Roman"/>
                <a:ea typeface="Times New Roman"/>
                <a:cs typeface="Times New Roman"/>
                <a:sym typeface="Times New Roman"/>
              </a:rPr>
              <a:t>arg1type</a:t>
            </a:r>
            <a:r>
              <a:rPr lang="en-AU">
                <a:latin typeface="Times New Roman"/>
                <a:ea typeface="Times New Roman"/>
                <a:cs typeface="Times New Roman"/>
                <a:sym typeface="Times New Roman"/>
              </a:rPr>
              <a:t>, </a:t>
            </a:r>
            <a:r>
              <a:rPr lang="en-AU" i="1">
                <a:latin typeface="Times New Roman"/>
                <a:ea typeface="Times New Roman"/>
                <a:cs typeface="Times New Roman"/>
                <a:sym typeface="Times New Roman"/>
              </a:rPr>
              <a:t>arg2type</a:t>
            </a:r>
            <a:r>
              <a:rPr lang="en-AU">
                <a:latin typeface="Times New Roman"/>
                <a:ea typeface="Times New Roman"/>
                <a:cs typeface="Times New Roman"/>
                <a:sym typeface="Times New Roman"/>
              </a:rPr>
              <a:t>, ....)</a:t>
            </a:r>
            <a:endParaRPr/>
          </a:p>
          <a:p>
            <a:pPr marL="457200" lvl="1" indent="0" algn="l" rtl="0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SzPts val="1800"/>
              <a:buNone/>
            </a:pPr>
            <a:r>
              <a:rPr lang="en-AU">
                <a:latin typeface="Times New Roman"/>
                <a:ea typeface="Times New Roman"/>
                <a:cs typeface="Times New Roman"/>
                <a:sym typeface="Times New Roman"/>
              </a:rPr>
              <a:t>	</a:t>
            </a:r>
            <a:r>
              <a:rPr lang="en-AU">
                <a:solidFill>
                  <a:srgbClr val="FF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RETURNS </a:t>
            </a:r>
            <a:r>
              <a:rPr lang="en-AU" i="1">
                <a:solidFill>
                  <a:srgbClr val="FF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rettype</a:t>
            </a:r>
            <a:endParaRPr>
              <a:solidFill>
                <a:srgbClr val="FF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457200" lvl="1" indent="0" algn="l" rtl="0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SzPts val="1800"/>
              <a:buNone/>
            </a:pPr>
            <a:r>
              <a:rPr lang="en-AU">
                <a:solidFill>
                  <a:srgbClr val="FF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AS $$ </a:t>
            </a:r>
            <a:endParaRPr/>
          </a:p>
          <a:p>
            <a:pPr marL="457200" lvl="1" indent="0" algn="l" rtl="0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SzPts val="1800"/>
              <a:buNone/>
            </a:pPr>
            <a:r>
              <a:rPr lang="en-AU" i="1">
                <a:latin typeface="Times New Roman"/>
                <a:ea typeface="Times New Roman"/>
                <a:cs typeface="Times New Roman"/>
                <a:sym typeface="Times New Roman"/>
              </a:rPr>
              <a:t>	SQL</a:t>
            </a:r>
            <a:r>
              <a:rPr lang="en-AU"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AU" i="1">
                <a:latin typeface="Times New Roman"/>
                <a:ea typeface="Times New Roman"/>
                <a:cs typeface="Times New Roman"/>
                <a:sym typeface="Times New Roman"/>
              </a:rPr>
              <a:t>statements</a:t>
            </a:r>
            <a:endParaRPr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457200" lvl="1" indent="0" algn="l" rtl="0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SzPts val="1800"/>
              <a:buNone/>
            </a:pPr>
            <a:r>
              <a:rPr lang="en-AU">
                <a:solidFill>
                  <a:srgbClr val="FF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$$</a:t>
            </a:r>
            <a:r>
              <a:rPr lang="en-AU">
                <a:solidFill>
                  <a:srgbClr val="0070C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AU">
                <a:latin typeface="Times New Roman"/>
                <a:ea typeface="Times New Roman"/>
                <a:cs typeface="Times New Roman"/>
                <a:sym typeface="Times New Roman"/>
              </a:rPr>
              <a:t>LANGUAGE sql;</a:t>
            </a:r>
            <a:endParaRPr/>
          </a:p>
          <a:p>
            <a:pPr marL="457200" lvl="1" indent="0" algn="l" rtl="0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SzPts val="1800"/>
              <a:buNone/>
            </a:pPr>
            <a:endParaRPr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0" lvl="0" indent="0" algn="l" rtl="0">
              <a:lnSpc>
                <a:spcPct val="90000"/>
              </a:lnSpc>
              <a:spcBef>
                <a:spcPts val="1600"/>
              </a:spcBef>
              <a:spcAft>
                <a:spcPts val="0"/>
              </a:spcAft>
              <a:buSzPts val="2000"/>
              <a:buNone/>
            </a:pPr>
            <a:endParaRPr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302" name="Google Shape;302;p36"/>
          <p:cNvSpPr txBox="1">
            <a:spLocks noGrp="1"/>
          </p:cNvSpPr>
          <p:nvPr>
            <p:ph type="title"/>
          </p:nvPr>
        </p:nvSpPr>
        <p:spPr>
          <a:xfrm>
            <a:off x="822960" y="286605"/>
            <a:ext cx="7543800" cy="70399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 fontScale="90000"/>
          </a:bodyPr>
          <a:lstStyle/>
          <a:p>
            <a:pPr marL="0" lvl="0" indent="0" algn="l" rtl="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rgbClr val="3F3F3F"/>
              </a:buClr>
              <a:buSzPct val="100000"/>
              <a:buFont typeface="Times New Roman"/>
              <a:buNone/>
            </a:pPr>
            <a:r>
              <a:rPr lang="en-AU">
                <a:latin typeface="Times New Roman"/>
                <a:ea typeface="Times New Roman"/>
                <a:cs typeface="Times New Roman"/>
                <a:sym typeface="Times New Roman"/>
              </a:rPr>
              <a:t>PostgreSQL: </a:t>
            </a:r>
            <a:r>
              <a:rPr lang="en-AU"/>
              <a:t>SQL Functions</a:t>
            </a:r>
            <a:endParaRPr/>
          </a:p>
        </p:txBody>
      </p:sp>
      <p:sp>
        <p:nvSpPr>
          <p:cNvPr id="303" name="Google Shape;303;p36"/>
          <p:cNvSpPr txBox="1">
            <a:spLocks noGrp="1"/>
          </p:cNvSpPr>
          <p:nvPr>
            <p:ph type="sldNum" idx="12"/>
          </p:nvPr>
        </p:nvSpPr>
        <p:spPr>
          <a:xfrm>
            <a:off x="7425344" y="6459786"/>
            <a:ext cx="984019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AU"/>
              <a:t>22</a:t>
            </a:fld>
            <a:endParaRPr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9" name="Google Shape;309;p37"/>
          <p:cNvSpPr txBox="1">
            <a:spLocks noGrp="1"/>
          </p:cNvSpPr>
          <p:nvPr>
            <p:ph type="title"/>
          </p:nvPr>
        </p:nvSpPr>
        <p:spPr>
          <a:xfrm>
            <a:off x="822960" y="286605"/>
            <a:ext cx="7543800" cy="70399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 fontScale="90000"/>
          </a:bodyPr>
          <a:lstStyle/>
          <a:p>
            <a:pPr marL="0" lvl="0" indent="0" algn="l" rtl="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rgbClr val="3F3F3F"/>
              </a:buClr>
              <a:buSzPct val="100000"/>
              <a:buFont typeface="Times New Roman"/>
              <a:buNone/>
            </a:pPr>
            <a:r>
              <a:rPr lang="en-AU">
                <a:latin typeface="Times New Roman"/>
                <a:ea typeface="Times New Roman"/>
                <a:cs typeface="Times New Roman"/>
                <a:sym typeface="Times New Roman"/>
              </a:rPr>
              <a:t>PostgreSQL: </a:t>
            </a:r>
            <a:r>
              <a:rPr lang="en-AU"/>
              <a:t>SQL Functions</a:t>
            </a:r>
            <a:r>
              <a:rPr lang="en-AU" sz="1800"/>
              <a:t>(cont.)</a:t>
            </a:r>
            <a:endParaRPr/>
          </a:p>
        </p:txBody>
      </p:sp>
      <p:sp>
        <p:nvSpPr>
          <p:cNvPr id="310" name="Google Shape;310;p37"/>
          <p:cNvSpPr txBox="1">
            <a:spLocks noGrp="1"/>
          </p:cNvSpPr>
          <p:nvPr>
            <p:ph type="body" idx="1"/>
          </p:nvPr>
        </p:nvSpPr>
        <p:spPr>
          <a:xfrm>
            <a:off x="822959" y="1143000"/>
            <a:ext cx="7543801" cy="472609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0" bIns="45700" anchor="t" anchorCtr="0">
            <a:normAutofit/>
          </a:bodyPr>
          <a:lstStyle/>
          <a:p>
            <a:pPr marL="91440" lvl="0" indent="-12700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2000"/>
              <a:buChar char=" "/>
            </a:pPr>
            <a:r>
              <a:rPr lang="en-AU">
                <a:latin typeface="Times New Roman"/>
                <a:ea typeface="Times New Roman"/>
                <a:cs typeface="Times New Roman"/>
                <a:sym typeface="Times New Roman"/>
              </a:rPr>
              <a:t>Function arguments: accessed as $1, $2, ... </a:t>
            </a:r>
            <a:endParaRPr/>
          </a:p>
          <a:p>
            <a:pPr marL="91440" lvl="0" indent="-127000" algn="l" rtl="0">
              <a:lnSpc>
                <a:spcPct val="150000"/>
              </a:lnSpc>
              <a:spcBef>
                <a:spcPts val="1400"/>
              </a:spcBef>
              <a:spcAft>
                <a:spcPts val="0"/>
              </a:spcAft>
              <a:buSzPts val="2000"/>
              <a:buChar char=" "/>
            </a:pPr>
            <a:r>
              <a:rPr lang="en-AU">
                <a:latin typeface="Times New Roman"/>
                <a:ea typeface="Times New Roman"/>
                <a:cs typeface="Times New Roman"/>
                <a:sym typeface="Times New Roman"/>
              </a:rPr>
              <a:t>Return value: result of </a:t>
            </a:r>
            <a:r>
              <a:rPr lang="en-AU" b="1">
                <a:latin typeface="Times New Roman"/>
                <a:ea typeface="Times New Roman"/>
                <a:cs typeface="Times New Roman"/>
                <a:sym typeface="Times New Roman"/>
              </a:rPr>
              <a:t>the last </a:t>
            </a:r>
            <a:r>
              <a:rPr lang="en-AU">
                <a:latin typeface="Times New Roman"/>
                <a:ea typeface="Times New Roman"/>
                <a:cs typeface="Times New Roman"/>
                <a:sym typeface="Times New Roman"/>
              </a:rPr>
              <a:t>SQL statement. </a:t>
            </a:r>
            <a:endParaRPr/>
          </a:p>
          <a:p>
            <a:pPr marL="384048" lvl="1" indent="-182880" algn="l" rtl="0">
              <a:lnSpc>
                <a:spcPct val="150000"/>
              </a:lnSpc>
              <a:spcBef>
                <a:spcPts val="400"/>
              </a:spcBef>
              <a:spcAft>
                <a:spcPts val="0"/>
              </a:spcAft>
              <a:buSzPts val="1800"/>
              <a:buChar char="◦"/>
            </a:pPr>
            <a:r>
              <a:rPr lang="en-AU" i="1">
                <a:latin typeface="Times New Roman"/>
                <a:ea typeface="Times New Roman"/>
                <a:cs typeface="Times New Roman"/>
                <a:sym typeface="Times New Roman"/>
              </a:rPr>
              <a:t>rettype</a:t>
            </a:r>
            <a:r>
              <a:rPr lang="en-AU">
                <a:latin typeface="Times New Roman"/>
                <a:ea typeface="Times New Roman"/>
                <a:cs typeface="Times New Roman"/>
                <a:sym typeface="Times New Roman"/>
              </a:rPr>
              <a:t> can be any PostgreSQL data type. </a:t>
            </a:r>
            <a:endParaRPr/>
          </a:p>
          <a:p>
            <a:pPr marL="384048" lvl="1" indent="-182880" algn="l" rtl="0">
              <a:lnSpc>
                <a:spcPct val="150000"/>
              </a:lnSpc>
              <a:spcBef>
                <a:spcPts val="600"/>
              </a:spcBef>
              <a:spcAft>
                <a:spcPts val="0"/>
              </a:spcAft>
              <a:buSzPts val="1800"/>
              <a:buChar char="◦"/>
            </a:pPr>
            <a:r>
              <a:rPr lang="en-AU">
                <a:latin typeface="Times New Roman"/>
                <a:ea typeface="Times New Roman"/>
                <a:cs typeface="Times New Roman"/>
                <a:sym typeface="Times New Roman"/>
              </a:rPr>
              <a:t>Rettype can be a table: </a:t>
            </a:r>
            <a:r>
              <a:rPr lang="en-AU" i="1">
                <a:latin typeface="Times New Roman"/>
                <a:ea typeface="Times New Roman"/>
                <a:cs typeface="Times New Roman"/>
                <a:sym typeface="Times New Roman"/>
              </a:rPr>
              <a:t>returns set of TupleType </a:t>
            </a:r>
            <a:endParaRPr/>
          </a:p>
          <a:p>
            <a:pPr marL="0" lvl="0" indent="0" algn="l" rtl="0">
              <a:lnSpc>
                <a:spcPct val="150000"/>
              </a:lnSpc>
              <a:spcBef>
                <a:spcPts val="1600"/>
              </a:spcBef>
              <a:spcAft>
                <a:spcPts val="0"/>
              </a:spcAft>
              <a:buSzPts val="2000"/>
              <a:buNone/>
            </a:pPr>
            <a:endParaRPr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311" name="Google Shape;311;p37"/>
          <p:cNvSpPr txBox="1">
            <a:spLocks noGrp="1"/>
          </p:cNvSpPr>
          <p:nvPr>
            <p:ph type="sldNum" idx="12"/>
          </p:nvPr>
        </p:nvSpPr>
        <p:spPr>
          <a:xfrm>
            <a:off x="7425344" y="6459786"/>
            <a:ext cx="984019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AU"/>
              <a:t>23</a:t>
            </a:fld>
            <a:endParaRPr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7" name="Google Shape;317;p38"/>
          <p:cNvSpPr txBox="1">
            <a:spLocks noGrp="1"/>
          </p:cNvSpPr>
          <p:nvPr>
            <p:ph type="title"/>
          </p:nvPr>
        </p:nvSpPr>
        <p:spPr>
          <a:xfrm>
            <a:off x="822960" y="286605"/>
            <a:ext cx="7543800" cy="70399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 fontScale="90000"/>
          </a:bodyPr>
          <a:lstStyle/>
          <a:p>
            <a:pPr marL="0" lvl="0" indent="0" algn="l" rtl="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rgbClr val="3F3F3F"/>
              </a:buClr>
              <a:buSzPct val="100000"/>
              <a:buFont typeface="Times New Roman"/>
              <a:buNone/>
            </a:pPr>
            <a:r>
              <a:rPr lang="en-AU">
                <a:latin typeface="Times New Roman"/>
                <a:ea typeface="Times New Roman"/>
                <a:cs typeface="Times New Roman"/>
                <a:sym typeface="Times New Roman"/>
              </a:rPr>
              <a:t>PostgreSQL: </a:t>
            </a:r>
            <a:r>
              <a:rPr lang="en-AU"/>
              <a:t>SQL Functions</a:t>
            </a:r>
            <a:r>
              <a:rPr lang="en-AU" sz="1800"/>
              <a:t>(cont.)</a:t>
            </a:r>
            <a:endParaRPr/>
          </a:p>
        </p:txBody>
      </p:sp>
      <p:sp>
        <p:nvSpPr>
          <p:cNvPr id="318" name="Google Shape;318;p38"/>
          <p:cNvSpPr txBox="1">
            <a:spLocks noGrp="1"/>
          </p:cNvSpPr>
          <p:nvPr>
            <p:ph type="body" idx="1"/>
          </p:nvPr>
        </p:nvSpPr>
        <p:spPr>
          <a:xfrm>
            <a:off x="822959" y="1143000"/>
            <a:ext cx="7543801" cy="472609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0" bIns="45700" anchor="t" anchorCtr="0">
            <a:normAutofit/>
          </a:bodyPr>
          <a:lstStyle/>
          <a:p>
            <a:pPr marL="91440" lvl="0" indent="-12700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000"/>
              <a:buChar char=" "/>
            </a:pPr>
            <a:r>
              <a:rPr lang="en-AU">
                <a:latin typeface="Times New Roman"/>
                <a:ea typeface="Times New Roman"/>
                <a:cs typeface="Times New Roman"/>
                <a:sym typeface="Times New Roman"/>
              </a:rPr>
              <a:t>Example1: </a:t>
            </a:r>
            <a:endParaRPr/>
          </a:p>
          <a:p>
            <a:pPr marL="91440" lvl="0" indent="0" algn="l" rtl="0">
              <a:lnSpc>
                <a:spcPct val="90000"/>
              </a:lnSpc>
              <a:spcBef>
                <a:spcPts val="1400"/>
              </a:spcBef>
              <a:spcAft>
                <a:spcPts val="0"/>
              </a:spcAft>
              <a:buSzPts val="2000"/>
              <a:buNone/>
            </a:pPr>
            <a:endParaRPr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457200" lvl="1" indent="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2000"/>
              <a:buNone/>
            </a:pPr>
            <a:r>
              <a:rPr lang="en-AU" sz="2000">
                <a:solidFill>
                  <a:srgbClr val="938953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-- max price of specified beer </a:t>
            </a:r>
            <a:endParaRPr/>
          </a:p>
          <a:p>
            <a:pPr marL="457200" lvl="1" indent="0" algn="l" rtl="0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SzPts val="2000"/>
              <a:buNone/>
            </a:pPr>
            <a:r>
              <a:rPr lang="en-AU" sz="2000">
                <a:solidFill>
                  <a:schemeClr val="accen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create or replace function </a:t>
            </a:r>
            <a:endParaRPr/>
          </a:p>
          <a:p>
            <a:pPr marL="457200" lvl="1" indent="0" algn="l" rtl="0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SzPts val="2000"/>
              <a:buNone/>
            </a:pPr>
            <a:r>
              <a:rPr lang="en-AU" sz="2000">
                <a:latin typeface="Times New Roman"/>
                <a:ea typeface="Times New Roman"/>
                <a:cs typeface="Times New Roman"/>
                <a:sym typeface="Times New Roman"/>
              </a:rPr>
              <a:t>	maxPrice(text) </a:t>
            </a:r>
            <a:r>
              <a:rPr lang="en-AU" sz="2000">
                <a:solidFill>
                  <a:schemeClr val="accen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returns</a:t>
            </a:r>
            <a:r>
              <a:rPr lang="en-AU" sz="2000"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AU" sz="2000" b="1">
                <a:latin typeface="Times New Roman"/>
                <a:ea typeface="Times New Roman"/>
                <a:cs typeface="Times New Roman"/>
                <a:sym typeface="Times New Roman"/>
              </a:rPr>
              <a:t>float</a:t>
            </a:r>
            <a:r>
              <a:rPr lang="en-AU" sz="2000"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endParaRPr/>
          </a:p>
          <a:p>
            <a:pPr marL="457200" lvl="1" indent="0" algn="l" rtl="0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SzPts val="2000"/>
              <a:buNone/>
            </a:pPr>
            <a:r>
              <a:rPr lang="en-AU" sz="2000">
                <a:solidFill>
                  <a:schemeClr val="accen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as</a:t>
            </a:r>
            <a:r>
              <a:rPr lang="en-AU" sz="2000"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AU" sz="2000">
                <a:solidFill>
                  <a:schemeClr val="accen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$$</a:t>
            </a:r>
            <a:r>
              <a:rPr lang="en-AU" sz="2000"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endParaRPr/>
          </a:p>
          <a:p>
            <a:pPr marL="457200" lvl="1" indent="0" algn="l" rtl="0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SzPts val="2000"/>
              <a:buNone/>
            </a:pPr>
            <a:r>
              <a:rPr lang="en-AU" sz="2000">
                <a:latin typeface="Times New Roman"/>
                <a:ea typeface="Times New Roman"/>
                <a:cs typeface="Times New Roman"/>
                <a:sym typeface="Times New Roman"/>
              </a:rPr>
              <a:t>	select max(price) from Sells where beer = $1; </a:t>
            </a:r>
            <a:endParaRPr/>
          </a:p>
          <a:p>
            <a:pPr marL="457200" lvl="1" indent="0" algn="l" rtl="0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SzPts val="2000"/>
              <a:buNone/>
            </a:pPr>
            <a:r>
              <a:rPr lang="en-AU" sz="2000">
                <a:solidFill>
                  <a:schemeClr val="accen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$$</a:t>
            </a:r>
            <a:r>
              <a:rPr lang="en-AU" sz="2000">
                <a:latin typeface="Times New Roman"/>
                <a:ea typeface="Times New Roman"/>
                <a:cs typeface="Times New Roman"/>
                <a:sym typeface="Times New Roman"/>
              </a:rPr>
              <a:t> language</a:t>
            </a:r>
            <a:r>
              <a:rPr lang="en-AU" sz="2000" b="1">
                <a:latin typeface="Times New Roman"/>
                <a:ea typeface="Times New Roman"/>
                <a:cs typeface="Times New Roman"/>
                <a:sym typeface="Times New Roman"/>
              </a:rPr>
              <a:t> sql</a:t>
            </a:r>
            <a:r>
              <a:rPr lang="en-AU" sz="2000">
                <a:latin typeface="Times New Roman"/>
                <a:ea typeface="Times New Roman"/>
                <a:cs typeface="Times New Roman"/>
                <a:sym typeface="Times New Roman"/>
              </a:rPr>
              <a:t>; </a:t>
            </a:r>
            <a:endParaRPr/>
          </a:p>
        </p:txBody>
      </p:sp>
      <p:sp>
        <p:nvSpPr>
          <p:cNvPr id="319" name="Google Shape;319;p38"/>
          <p:cNvSpPr txBox="1">
            <a:spLocks noGrp="1"/>
          </p:cNvSpPr>
          <p:nvPr>
            <p:ph type="sldNum" idx="12"/>
          </p:nvPr>
        </p:nvSpPr>
        <p:spPr>
          <a:xfrm>
            <a:off x="7425344" y="6459786"/>
            <a:ext cx="984019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AU"/>
              <a:t>24</a:t>
            </a:fld>
            <a:endParaRPr/>
          </a:p>
        </p:txBody>
      </p:sp>
      <p:sp>
        <p:nvSpPr>
          <p:cNvPr id="320" name="Google Shape;320;p38"/>
          <p:cNvSpPr/>
          <p:nvPr/>
        </p:nvSpPr>
        <p:spPr>
          <a:xfrm>
            <a:off x="990600" y="1752600"/>
            <a:ext cx="5638800" cy="2590800"/>
          </a:xfrm>
          <a:prstGeom prst="rect">
            <a:avLst/>
          </a:prstGeom>
          <a:noFill/>
          <a:ln w="9525" cap="flat" cmpd="sng">
            <a:solidFill>
              <a:schemeClr val="accen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accen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6" name="Google Shape;326;p39"/>
          <p:cNvSpPr txBox="1">
            <a:spLocks noGrp="1"/>
          </p:cNvSpPr>
          <p:nvPr>
            <p:ph type="title"/>
          </p:nvPr>
        </p:nvSpPr>
        <p:spPr>
          <a:xfrm>
            <a:off x="822960" y="286605"/>
            <a:ext cx="7543800" cy="70399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 fontScale="90000"/>
          </a:bodyPr>
          <a:lstStyle/>
          <a:p>
            <a:pPr marL="0" lvl="0" indent="0" algn="l" rtl="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rgbClr val="3F3F3F"/>
              </a:buClr>
              <a:buSzPct val="100000"/>
              <a:buFont typeface="Times New Roman"/>
              <a:buNone/>
            </a:pPr>
            <a:r>
              <a:rPr lang="en-AU">
                <a:latin typeface="Times New Roman"/>
                <a:ea typeface="Times New Roman"/>
                <a:cs typeface="Times New Roman"/>
                <a:sym typeface="Times New Roman"/>
              </a:rPr>
              <a:t>PostgreSQL: </a:t>
            </a:r>
            <a:r>
              <a:rPr lang="en-AU"/>
              <a:t>SQL Functions</a:t>
            </a:r>
            <a:r>
              <a:rPr lang="en-AU" sz="1800"/>
              <a:t>(cont.)</a:t>
            </a:r>
            <a:endParaRPr/>
          </a:p>
        </p:txBody>
      </p:sp>
      <p:sp>
        <p:nvSpPr>
          <p:cNvPr id="327" name="Google Shape;327;p39"/>
          <p:cNvSpPr txBox="1">
            <a:spLocks noGrp="1"/>
          </p:cNvSpPr>
          <p:nvPr>
            <p:ph type="body" idx="1"/>
          </p:nvPr>
        </p:nvSpPr>
        <p:spPr>
          <a:xfrm>
            <a:off x="822959" y="1143000"/>
            <a:ext cx="7543801" cy="472609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0" bIns="45700" anchor="t" anchorCtr="0">
            <a:normAutofit fontScale="92500" lnSpcReduction="10000"/>
          </a:bodyPr>
          <a:lstStyle/>
          <a:p>
            <a:pPr marL="400050" lvl="1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ct val="100000"/>
              <a:buNone/>
            </a:pPr>
            <a:endParaRPr sz="2000">
              <a:solidFill>
                <a:srgbClr val="938953"/>
              </a:solidFill>
            </a:endParaRPr>
          </a:p>
          <a:p>
            <a:pPr marL="400050" lvl="1" indent="0" algn="l" rtl="0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SzPct val="100000"/>
              <a:buNone/>
            </a:pPr>
            <a:r>
              <a:rPr lang="en-AU" sz="2000">
                <a:solidFill>
                  <a:srgbClr val="938953"/>
                </a:solidFill>
              </a:rPr>
              <a:t>-- usage examples </a:t>
            </a:r>
            <a:endParaRPr/>
          </a:p>
          <a:p>
            <a:pPr marL="400050" lvl="1" indent="0" algn="l" rtl="0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SzPct val="100000"/>
              <a:buNone/>
            </a:pPr>
            <a:r>
              <a:rPr lang="en-AU" sz="2000"/>
              <a:t>select maxPrice('New’);</a:t>
            </a:r>
            <a:endParaRPr/>
          </a:p>
          <a:p>
            <a:pPr marL="400050" lvl="1" indent="0" algn="l" rtl="0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SzPct val="100000"/>
              <a:buNone/>
            </a:pPr>
            <a:r>
              <a:rPr lang="en-AU" sz="2000"/>
              <a:t> </a:t>
            </a:r>
            <a:endParaRPr/>
          </a:p>
          <a:p>
            <a:pPr marL="400050" lvl="1" indent="0" algn="l" rtl="0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SzPct val="100000"/>
              <a:buNone/>
            </a:pPr>
            <a:r>
              <a:rPr lang="en-AU" sz="2000"/>
              <a:t>maxprice </a:t>
            </a:r>
            <a:endParaRPr/>
          </a:p>
          <a:p>
            <a:pPr marL="400050" lvl="1" indent="0" algn="l" rtl="0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SzPct val="100000"/>
              <a:buNone/>
            </a:pPr>
            <a:r>
              <a:rPr lang="en-AU" sz="2000"/>
              <a:t>---------- </a:t>
            </a:r>
            <a:endParaRPr/>
          </a:p>
          <a:p>
            <a:pPr marL="400050" lvl="1" indent="0" algn="l" rtl="0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SzPct val="100000"/>
              <a:buNone/>
            </a:pPr>
            <a:r>
              <a:rPr lang="en-AU" sz="2000"/>
              <a:t>2.8</a:t>
            </a:r>
            <a:endParaRPr/>
          </a:p>
          <a:p>
            <a:pPr marL="400050" lvl="1" indent="0" algn="l" rtl="0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SzPct val="100000"/>
              <a:buNone/>
            </a:pPr>
            <a:endParaRPr sz="2000"/>
          </a:p>
          <a:p>
            <a:pPr marL="400050" lvl="1" indent="0" algn="l" rtl="0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SzPct val="100000"/>
              <a:buNone/>
            </a:pPr>
            <a:r>
              <a:rPr lang="en-AU" sz="2000"/>
              <a:t>select bar, price from sells </a:t>
            </a:r>
            <a:endParaRPr/>
          </a:p>
          <a:p>
            <a:pPr marL="400050" lvl="1" indent="0" algn="l" rtl="0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SzPct val="100000"/>
              <a:buNone/>
            </a:pPr>
            <a:r>
              <a:rPr lang="en-AU" sz="2000"/>
              <a:t>where beer='New' and price=maxPrice('New’); </a:t>
            </a:r>
            <a:endParaRPr/>
          </a:p>
          <a:p>
            <a:pPr marL="400050" lvl="1" indent="0" algn="l" rtl="0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SzPct val="100000"/>
              <a:buNone/>
            </a:pPr>
            <a:endParaRPr sz="2000"/>
          </a:p>
          <a:p>
            <a:pPr marL="400050" lvl="1" indent="0" algn="l" rtl="0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SzPct val="100000"/>
              <a:buNone/>
            </a:pPr>
            <a:r>
              <a:rPr lang="en-AU" sz="2000"/>
              <a:t>bar  		price </a:t>
            </a:r>
            <a:endParaRPr/>
          </a:p>
          <a:p>
            <a:pPr marL="400050" lvl="1" indent="0" algn="l" rtl="0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SzPct val="100000"/>
              <a:buNone/>
            </a:pPr>
            <a:r>
              <a:rPr lang="en-AU" sz="2000"/>
              <a:t>----------------	------- </a:t>
            </a:r>
            <a:endParaRPr/>
          </a:p>
          <a:p>
            <a:pPr marL="400050" lvl="1" indent="0" algn="l" rtl="0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SzPct val="100000"/>
              <a:buNone/>
            </a:pPr>
            <a:r>
              <a:rPr lang="en-AU" sz="2000"/>
              <a:t>Marble Bar  	2.8</a:t>
            </a:r>
            <a:endParaRPr/>
          </a:p>
        </p:txBody>
      </p:sp>
      <p:sp>
        <p:nvSpPr>
          <p:cNvPr id="328" name="Google Shape;328;p39"/>
          <p:cNvSpPr txBox="1">
            <a:spLocks noGrp="1"/>
          </p:cNvSpPr>
          <p:nvPr>
            <p:ph type="sldNum" idx="12"/>
          </p:nvPr>
        </p:nvSpPr>
        <p:spPr>
          <a:xfrm>
            <a:off x="7425344" y="6459786"/>
            <a:ext cx="984019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AU"/>
              <a:t>25</a:t>
            </a:fld>
            <a:endParaRPr/>
          </a:p>
        </p:txBody>
      </p:sp>
      <p:sp>
        <p:nvSpPr>
          <p:cNvPr id="329" name="Google Shape;329;p39"/>
          <p:cNvSpPr/>
          <p:nvPr/>
        </p:nvSpPr>
        <p:spPr>
          <a:xfrm>
            <a:off x="990600" y="1389992"/>
            <a:ext cx="2895600" cy="761154"/>
          </a:xfrm>
          <a:prstGeom prst="rect">
            <a:avLst/>
          </a:prstGeom>
          <a:noFill/>
          <a:ln w="9525" cap="flat" cmpd="sng">
            <a:solidFill>
              <a:schemeClr val="accen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accen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330" name="Google Shape;330;p39"/>
          <p:cNvSpPr/>
          <p:nvPr/>
        </p:nvSpPr>
        <p:spPr>
          <a:xfrm>
            <a:off x="990600" y="3503419"/>
            <a:ext cx="5181600" cy="992381"/>
          </a:xfrm>
          <a:prstGeom prst="rect">
            <a:avLst/>
          </a:prstGeom>
          <a:noFill/>
          <a:ln w="9525" cap="flat" cmpd="sng">
            <a:solidFill>
              <a:schemeClr val="accen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accen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5" name="Google Shape;335;p40"/>
          <p:cNvSpPr txBox="1">
            <a:spLocks noGrp="1"/>
          </p:cNvSpPr>
          <p:nvPr>
            <p:ph type="title"/>
          </p:nvPr>
        </p:nvSpPr>
        <p:spPr>
          <a:xfrm>
            <a:off x="822960" y="286605"/>
            <a:ext cx="7543800" cy="70399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 fontScale="90000"/>
          </a:bodyPr>
          <a:lstStyle/>
          <a:p>
            <a:pPr marL="0" lvl="0" indent="0" algn="l" rtl="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rgbClr val="3F3F3F"/>
              </a:buClr>
              <a:buSzPct val="100000"/>
              <a:buFont typeface="Times New Roman"/>
              <a:buNone/>
            </a:pPr>
            <a:r>
              <a:rPr lang="en-AU">
                <a:latin typeface="Times New Roman"/>
                <a:ea typeface="Times New Roman"/>
                <a:cs typeface="Times New Roman"/>
                <a:sym typeface="Times New Roman"/>
              </a:rPr>
              <a:t>PostgreSQL: </a:t>
            </a:r>
            <a:r>
              <a:rPr lang="en-AU"/>
              <a:t>SQL Functions</a:t>
            </a:r>
            <a:r>
              <a:rPr lang="en-AU" sz="1800"/>
              <a:t>(cont.)</a:t>
            </a:r>
            <a:endParaRPr/>
          </a:p>
        </p:txBody>
      </p:sp>
      <p:sp>
        <p:nvSpPr>
          <p:cNvPr id="336" name="Google Shape;336;p40"/>
          <p:cNvSpPr txBox="1">
            <a:spLocks noGrp="1"/>
          </p:cNvSpPr>
          <p:nvPr>
            <p:ph type="body" idx="1"/>
          </p:nvPr>
        </p:nvSpPr>
        <p:spPr>
          <a:xfrm>
            <a:off x="822959" y="1143000"/>
            <a:ext cx="7543801" cy="472609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0" bIns="45700" anchor="t" anchorCtr="0">
            <a:normAutofit/>
          </a:bodyPr>
          <a:lstStyle/>
          <a:p>
            <a:pPr marL="91440" lvl="0" indent="-12700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000"/>
              <a:buChar char=" "/>
            </a:pPr>
            <a:r>
              <a:rPr lang="en-AU"/>
              <a:t>Example2: </a:t>
            </a:r>
            <a:endParaRPr/>
          </a:p>
          <a:p>
            <a:pPr marL="91440" lvl="0" indent="0" algn="l" rtl="0">
              <a:lnSpc>
                <a:spcPct val="90000"/>
              </a:lnSpc>
              <a:spcBef>
                <a:spcPts val="1400"/>
              </a:spcBef>
              <a:spcAft>
                <a:spcPts val="0"/>
              </a:spcAft>
              <a:buSzPts val="2000"/>
              <a:buNone/>
            </a:pPr>
            <a:endParaRPr/>
          </a:p>
          <a:p>
            <a:pPr marL="457200" lvl="1" indent="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2000"/>
              <a:buNone/>
            </a:pPr>
            <a:r>
              <a:rPr lang="en-AU" sz="2000">
                <a:solidFill>
                  <a:srgbClr val="938953"/>
                </a:solidFill>
              </a:rPr>
              <a:t>-- set of Bars from specified suburb </a:t>
            </a:r>
            <a:endParaRPr/>
          </a:p>
          <a:p>
            <a:pPr marL="457200" lvl="1" indent="0" algn="l" rtl="0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SzPts val="2000"/>
              <a:buNone/>
            </a:pPr>
            <a:r>
              <a:rPr lang="en-AU" sz="2000"/>
              <a:t>create or replace function </a:t>
            </a:r>
            <a:endParaRPr/>
          </a:p>
          <a:p>
            <a:pPr marL="457200" lvl="1" indent="0" algn="l" rtl="0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SzPts val="2000"/>
              <a:buNone/>
            </a:pPr>
            <a:r>
              <a:rPr lang="en-AU" sz="2000"/>
              <a:t>	hotelsIn(text) returns setof Bars </a:t>
            </a:r>
            <a:endParaRPr/>
          </a:p>
          <a:p>
            <a:pPr marL="457200" lvl="1" indent="0" algn="l" rtl="0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SzPts val="2000"/>
              <a:buNone/>
            </a:pPr>
            <a:r>
              <a:rPr lang="en-AU" sz="2000"/>
              <a:t>as $$ </a:t>
            </a:r>
            <a:endParaRPr/>
          </a:p>
          <a:p>
            <a:pPr marL="457200" lvl="1" indent="0" algn="l" rtl="0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SzPts val="2000"/>
              <a:buNone/>
            </a:pPr>
            <a:r>
              <a:rPr lang="en-AU" sz="2000"/>
              <a:t>	select * from Bars where addr = $1; </a:t>
            </a:r>
            <a:endParaRPr/>
          </a:p>
          <a:p>
            <a:pPr marL="457200" lvl="1" indent="0" algn="l" rtl="0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SzPts val="2000"/>
              <a:buNone/>
            </a:pPr>
            <a:r>
              <a:rPr lang="en-AU" sz="2000"/>
              <a:t>$$ language </a:t>
            </a:r>
            <a:r>
              <a:rPr lang="en-AU" sz="2000" b="1"/>
              <a:t>sql</a:t>
            </a:r>
            <a:r>
              <a:rPr lang="en-AU" sz="2000"/>
              <a:t>; </a:t>
            </a:r>
            <a:endParaRPr/>
          </a:p>
        </p:txBody>
      </p:sp>
      <p:sp>
        <p:nvSpPr>
          <p:cNvPr id="337" name="Google Shape;337;p40"/>
          <p:cNvSpPr txBox="1">
            <a:spLocks noGrp="1"/>
          </p:cNvSpPr>
          <p:nvPr>
            <p:ph type="sldNum" idx="12"/>
          </p:nvPr>
        </p:nvSpPr>
        <p:spPr>
          <a:xfrm>
            <a:off x="7425344" y="6459786"/>
            <a:ext cx="984019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AU"/>
              <a:t>26</a:t>
            </a:fld>
            <a:endParaRPr/>
          </a:p>
        </p:txBody>
      </p:sp>
      <p:sp>
        <p:nvSpPr>
          <p:cNvPr id="338" name="Google Shape;338;p40"/>
          <p:cNvSpPr/>
          <p:nvPr/>
        </p:nvSpPr>
        <p:spPr>
          <a:xfrm>
            <a:off x="990600" y="1752600"/>
            <a:ext cx="4800600" cy="2590800"/>
          </a:xfrm>
          <a:prstGeom prst="rect">
            <a:avLst/>
          </a:prstGeom>
          <a:noFill/>
          <a:ln w="9525" cap="flat" cmpd="sng">
            <a:solidFill>
              <a:schemeClr val="accen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accen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4" name="Google Shape;344;p41"/>
          <p:cNvSpPr txBox="1">
            <a:spLocks noGrp="1"/>
          </p:cNvSpPr>
          <p:nvPr>
            <p:ph type="title"/>
          </p:nvPr>
        </p:nvSpPr>
        <p:spPr>
          <a:xfrm>
            <a:off x="822960" y="286605"/>
            <a:ext cx="7543800" cy="70399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 fontScale="90000"/>
          </a:bodyPr>
          <a:lstStyle/>
          <a:p>
            <a:pPr marL="0" lvl="0" indent="0" algn="l" rtl="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rgbClr val="3F3F3F"/>
              </a:buClr>
              <a:buSzPct val="100000"/>
              <a:buFont typeface="Times New Roman"/>
              <a:buNone/>
            </a:pPr>
            <a:r>
              <a:rPr lang="en-AU">
                <a:latin typeface="Times New Roman"/>
                <a:ea typeface="Times New Roman"/>
                <a:cs typeface="Times New Roman"/>
                <a:sym typeface="Times New Roman"/>
              </a:rPr>
              <a:t>PostgreSQL: </a:t>
            </a:r>
            <a:r>
              <a:rPr lang="en-AU"/>
              <a:t>SQL Functions</a:t>
            </a:r>
            <a:r>
              <a:rPr lang="en-AU" sz="1800"/>
              <a:t>(cont.)</a:t>
            </a:r>
            <a:endParaRPr/>
          </a:p>
        </p:txBody>
      </p:sp>
      <p:sp>
        <p:nvSpPr>
          <p:cNvPr id="345" name="Google Shape;345;p41"/>
          <p:cNvSpPr txBox="1">
            <a:spLocks noGrp="1"/>
          </p:cNvSpPr>
          <p:nvPr>
            <p:ph type="body" idx="1"/>
          </p:nvPr>
        </p:nvSpPr>
        <p:spPr>
          <a:xfrm>
            <a:off x="822959" y="1143000"/>
            <a:ext cx="7543801" cy="472609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0" bIns="45700" anchor="t" anchorCtr="0">
            <a:normAutofit/>
          </a:bodyPr>
          <a:lstStyle/>
          <a:p>
            <a:pPr marL="457200" lvl="1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endParaRPr>
              <a:solidFill>
                <a:srgbClr val="938953"/>
              </a:solidFill>
            </a:endParaRPr>
          </a:p>
          <a:p>
            <a:pPr marL="457200" lvl="1" indent="0" algn="l" rtl="0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SzPts val="1800"/>
              <a:buNone/>
            </a:pPr>
            <a:r>
              <a:rPr lang="en-AU">
                <a:solidFill>
                  <a:srgbClr val="938953"/>
                </a:solidFill>
              </a:rPr>
              <a:t>-- usage examples </a:t>
            </a:r>
            <a:endParaRPr/>
          </a:p>
          <a:p>
            <a:pPr marL="457200" lvl="1" indent="0" algn="l" rtl="0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SzPts val="1800"/>
              <a:buNone/>
            </a:pPr>
            <a:r>
              <a:rPr lang="en-AU"/>
              <a:t>select * from hotelsIn('The Rocks'); </a:t>
            </a:r>
            <a:endParaRPr/>
          </a:p>
          <a:p>
            <a:pPr marL="457200" lvl="1" indent="0" algn="l" rtl="0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SzPts val="1800"/>
              <a:buNone/>
            </a:pPr>
            <a:endParaRPr/>
          </a:p>
          <a:p>
            <a:pPr marL="457200" lvl="1" indent="0" algn="l" rtl="0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SzPts val="1800"/>
              <a:buNone/>
            </a:pPr>
            <a:r>
              <a:rPr lang="en-AU"/>
              <a:t>name 			addr 			license </a:t>
            </a:r>
            <a:endParaRPr/>
          </a:p>
          <a:p>
            <a:pPr marL="457200" lvl="1" indent="0" algn="l" rtl="0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SzPts val="1800"/>
              <a:buNone/>
            </a:pPr>
            <a:r>
              <a:rPr lang="en-AU"/>
              <a:t>------------			--------------		----------- </a:t>
            </a:r>
            <a:endParaRPr/>
          </a:p>
          <a:p>
            <a:pPr marL="457200" lvl="1" indent="0" algn="l" rtl="0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SzPts val="1800"/>
              <a:buNone/>
            </a:pPr>
            <a:r>
              <a:rPr lang="en-AU"/>
              <a:t>Australia Hotel 		The Rocks  		123456 </a:t>
            </a:r>
            <a:endParaRPr/>
          </a:p>
          <a:p>
            <a:pPr marL="457200" lvl="1" indent="0" algn="l" rtl="0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SzPts val="1800"/>
              <a:buNone/>
            </a:pPr>
            <a:r>
              <a:rPr lang="en-AU"/>
              <a:t>Lord Nelson 	 		The Rocks 	 	123888</a:t>
            </a:r>
            <a:endParaRPr/>
          </a:p>
        </p:txBody>
      </p:sp>
      <p:sp>
        <p:nvSpPr>
          <p:cNvPr id="346" name="Google Shape;346;p41"/>
          <p:cNvSpPr txBox="1">
            <a:spLocks noGrp="1"/>
          </p:cNvSpPr>
          <p:nvPr>
            <p:ph type="sldNum" idx="12"/>
          </p:nvPr>
        </p:nvSpPr>
        <p:spPr>
          <a:xfrm>
            <a:off x="7425344" y="6459786"/>
            <a:ext cx="984019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AU"/>
              <a:t>27</a:t>
            </a:fld>
            <a:endParaRPr/>
          </a:p>
        </p:txBody>
      </p:sp>
      <p:sp>
        <p:nvSpPr>
          <p:cNvPr id="347" name="Google Shape;347;p41"/>
          <p:cNvSpPr/>
          <p:nvPr/>
        </p:nvSpPr>
        <p:spPr>
          <a:xfrm>
            <a:off x="1143000" y="1371600"/>
            <a:ext cx="3733800" cy="914400"/>
          </a:xfrm>
          <a:prstGeom prst="rect">
            <a:avLst/>
          </a:prstGeom>
          <a:noFill/>
          <a:ln w="9525" cap="flat" cmpd="sng">
            <a:solidFill>
              <a:schemeClr val="accen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accen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3" name="Google Shape;353;p42"/>
          <p:cNvSpPr txBox="1">
            <a:spLocks noGrp="1"/>
          </p:cNvSpPr>
          <p:nvPr>
            <p:ph type="title"/>
          </p:nvPr>
        </p:nvSpPr>
        <p:spPr>
          <a:xfrm>
            <a:off x="822960" y="286605"/>
            <a:ext cx="7543800" cy="70399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/>
          <a:p>
            <a:pPr marL="0" lvl="0" indent="0" algn="l" rtl="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rgbClr val="3F3F3F"/>
              </a:buClr>
              <a:buSzPts val="4320"/>
              <a:buFont typeface="Times New Roman"/>
              <a:buNone/>
            </a:pPr>
            <a:r>
              <a:rPr lang="en-AU" sz="4220"/>
              <a:t>PL/pgSQL </a:t>
            </a:r>
            <a:r>
              <a:rPr lang="en-AU" sz="2690"/>
              <a:t>(PostgreSQL Manual: Chapter 40)</a:t>
            </a:r>
            <a:endParaRPr sz="4220"/>
          </a:p>
        </p:txBody>
      </p:sp>
      <p:sp>
        <p:nvSpPr>
          <p:cNvPr id="354" name="Google Shape;354;p42"/>
          <p:cNvSpPr txBox="1">
            <a:spLocks noGrp="1"/>
          </p:cNvSpPr>
          <p:nvPr>
            <p:ph type="body" idx="1"/>
          </p:nvPr>
        </p:nvSpPr>
        <p:spPr>
          <a:xfrm>
            <a:off x="838200" y="1143000"/>
            <a:ext cx="8229600" cy="495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0" bIns="45700" anchor="t" anchorCtr="0">
            <a:normAutofit/>
          </a:bodyPr>
          <a:lstStyle/>
          <a:p>
            <a:pPr marL="91440" lvl="0" indent="-127000" algn="l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SzPts val="2000"/>
              <a:buChar char=" "/>
            </a:pPr>
            <a:r>
              <a:rPr lang="en-AU" b="1"/>
              <a:t>P</a:t>
            </a:r>
            <a:r>
              <a:rPr lang="en-AU"/>
              <a:t>rocedural </a:t>
            </a:r>
            <a:r>
              <a:rPr lang="en-AU" b="1"/>
              <a:t>L</a:t>
            </a:r>
            <a:r>
              <a:rPr lang="en-AU"/>
              <a:t>anguage extensions to </a:t>
            </a:r>
            <a:r>
              <a:rPr lang="en-AU" b="1"/>
              <a:t>P</a:t>
            </a:r>
            <a:r>
              <a:rPr lang="en-AU"/>
              <a:t>ost</a:t>
            </a:r>
            <a:r>
              <a:rPr lang="en-AU" b="1"/>
              <a:t>g</a:t>
            </a:r>
            <a:r>
              <a:rPr lang="en-AU"/>
              <a:t>re</a:t>
            </a:r>
            <a:r>
              <a:rPr lang="en-AU" b="1"/>
              <a:t>SQL</a:t>
            </a:r>
            <a:endParaRPr/>
          </a:p>
          <a:p>
            <a:pPr marL="91440" lvl="0" indent="-127000" algn="l" rtl="0">
              <a:lnSpc>
                <a:spcPct val="110000"/>
              </a:lnSpc>
              <a:spcBef>
                <a:spcPts val="1400"/>
              </a:spcBef>
              <a:spcAft>
                <a:spcPts val="0"/>
              </a:spcAft>
              <a:buSzPts val="2000"/>
              <a:buChar char=" "/>
            </a:pPr>
            <a:r>
              <a:rPr lang="en-AU"/>
              <a:t>A </a:t>
            </a:r>
            <a:r>
              <a:rPr lang="en-AU" i="1"/>
              <a:t>PostgreSQL-specific language </a:t>
            </a:r>
            <a:r>
              <a:rPr lang="en-AU"/>
              <a:t>integrating features of: </a:t>
            </a:r>
            <a:endParaRPr/>
          </a:p>
          <a:p>
            <a:pPr marL="384048" lvl="1" indent="-182880" algn="l" rtl="0">
              <a:lnSpc>
                <a:spcPct val="110000"/>
              </a:lnSpc>
              <a:spcBef>
                <a:spcPts val="400"/>
              </a:spcBef>
              <a:spcAft>
                <a:spcPts val="0"/>
              </a:spcAft>
              <a:buSzPts val="1800"/>
              <a:buChar char="◦"/>
            </a:pPr>
            <a:r>
              <a:rPr lang="en-AU"/>
              <a:t>procedural programming</a:t>
            </a:r>
            <a:endParaRPr/>
          </a:p>
          <a:p>
            <a:pPr marL="384048" lvl="1" indent="-182880" algn="l" rtl="0">
              <a:lnSpc>
                <a:spcPct val="110000"/>
              </a:lnSpc>
              <a:spcBef>
                <a:spcPts val="600"/>
              </a:spcBef>
              <a:spcAft>
                <a:spcPts val="0"/>
              </a:spcAft>
              <a:buSzPts val="1800"/>
              <a:buChar char="◦"/>
            </a:pPr>
            <a:r>
              <a:rPr lang="en-AU"/>
              <a:t>SQL programming </a:t>
            </a:r>
            <a:endParaRPr/>
          </a:p>
        </p:txBody>
      </p:sp>
      <p:sp>
        <p:nvSpPr>
          <p:cNvPr id="355" name="Google Shape;355;p42"/>
          <p:cNvSpPr txBox="1">
            <a:spLocks noGrp="1"/>
          </p:cNvSpPr>
          <p:nvPr>
            <p:ph type="sldNum" idx="12"/>
          </p:nvPr>
        </p:nvSpPr>
        <p:spPr>
          <a:xfrm>
            <a:off x="7425344" y="6459786"/>
            <a:ext cx="984019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AU"/>
              <a:t>28</a:t>
            </a:fld>
            <a:endParaRPr/>
          </a:p>
        </p:txBody>
      </p:sp>
      <p:pic>
        <p:nvPicPr>
          <p:cNvPr id="356" name="Google Shape;356;p42" descr="Icon&#10;&#10;Description automatically generated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7010400" y="2191067"/>
            <a:ext cx="1200150" cy="1237933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2" name="Google Shape;362;p43"/>
          <p:cNvSpPr/>
          <p:nvPr/>
        </p:nvSpPr>
        <p:spPr>
          <a:xfrm>
            <a:off x="1905000" y="1676400"/>
            <a:ext cx="4800600" cy="2862322"/>
          </a:xfrm>
          <a:prstGeom prst="rect">
            <a:avLst/>
          </a:prstGeom>
          <a:solidFill>
            <a:schemeClr val="accent2">
              <a:alpha val="49803"/>
            </a:schemeClr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363" name="Google Shape;363;p43"/>
          <p:cNvSpPr txBox="1">
            <a:spLocks noGrp="1"/>
          </p:cNvSpPr>
          <p:nvPr>
            <p:ph type="title"/>
          </p:nvPr>
        </p:nvSpPr>
        <p:spPr>
          <a:xfrm>
            <a:off x="822960" y="286605"/>
            <a:ext cx="7543800" cy="70399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 fontScale="90000"/>
          </a:bodyPr>
          <a:lstStyle/>
          <a:p>
            <a:pPr marL="0" lvl="0" indent="0" algn="l" rtl="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rgbClr val="3F3F3F"/>
              </a:buClr>
              <a:buSzPct val="100000"/>
              <a:buFont typeface="Times New Roman"/>
              <a:buNone/>
            </a:pPr>
            <a:r>
              <a:rPr lang="en-AU"/>
              <a:t>PL/pgSQL Function</a:t>
            </a:r>
            <a:endParaRPr/>
          </a:p>
        </p:txBody>
      </p:sp>
      <p:sp>
        <p:nvSpPr>
          <p:cNvPr id="364" name="Google Shape;364;p43"/>
          <p:cNvSpPr txBox="1">
            <a:spLocks noGrp="1"/>
          </p:cNvSpPr>
          <p:nvPr>
            <p:ph type="body" idx="1"/>
          </p:nvPr>
        </p:nvSpPr>
        <p:spPr>
          <a:xfrm>
            <a:off x="822959" y="1143000"/>
            <a:ext cx="7543801" cy="472609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0" bIns="45700" anchor="t" anchorCtr="0">
            <a:normAutofit/>
          </a:bodyPr>
          <a:lstStyle/>
          <a:p>
            <a:pPr marL="91440" lvl="0" indent="-12700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000"/>
              <a:buChar char=" "/>
            </a:pPr>
            <a:r>
              <a:rPr lang="en-AU"/>
              <a:t>PLpgSQL functions are created in the db : </a:t>
            </a:r>
            <a:endParaRPr/>
          </a:p>
          <a:p>
            <a:pPr marL="91440" lvl="0" indent="0" algn="l" rtl="0">
              <a:lnSpc>
                <a:spcPct val="90000"/>
              </a:lnSpc>
              <a:spcBef>
                <a:spcPts val="1400"/>
              </a:spcBef>
              <a:spcAft>
                <a:spcPts val="0"/>
              </a:spcAft>
              <a:buSzPts val="2000"/>
              <a:buNone/>
            </a:pPr>
            <a:endParaRPr/>
          </a:p>
          <a:p>
            <a:pPr marL="91440" lvl="0" indent="0" algn="l" rtl="0">
              <a:lnSpc>
                <a:spcPct val="90000"/>
              </a:lnSpc>
              <a:spcBef>
                <a:spcPts val="1400"/>
              </a:spcBef>
              <a:spcAft>
                <a:spcPts val="0"/>
              </a:spcAft>
              <a:buSzPts val="2000"/>
              <a:buNone/>
            </a:pPr>
            <a:endParaRPr/>
          </a:p>
          <a:p>
            <a:pPr marL="91440" lvl="0" indent="0" algn="l" rtl="0">
              <a:lnSpc>
                <a:spcPct val="90000"/>
              </a:lnSpc>
              <a:spcBef>
                <a:spcPts val="1400"/>
              </a:spcBef>
              <a:spcAft>
                <a:spcPts val="0"/>
              </a:spcAft>
              <a:buSzPts val="2000"/>
              <a:buNone/>
            </a:pPr>
            <a:endParaRPr/>
          </a:p>
          <a:p>
            <a:pPr marL="91440" lvl="0" indent="0" algn="l" rtl="0">
              <a:lnSpc>
                <a:spcPct val="90000"/>
              </a:lnSpc>
              <a:spcBef>
                <a:spcPts val="1400"/>
              </a:spcBef>
              <a:spcAft>
                <a:spcPts val="0"/>
              </a:spcAft>
              <a:buSzPts val="2000"/>
              <a:buNone/>
            </a:pPr>
            <a:endParaRPr/>
          </a:p>
          <a:p>
            <a:pPr marL="91440" lvl="0" indent="0" algn="l" rtl="0">
              <a:lnSpc>
                <a:spcPct val="90000"/>
              </a:lnSpc>
              <a:spcBef>
                <a:spcPts val="1400"/>
              </a:spcBef>
              <a:spcAft>
                <a:spcPts val="0"/>
              </a:spcAft>
              <a:buSzPts val="2000"/>
              <a:buNone/>
            </a:pPr>
            <a:endParaRPr/>
          </a:p>
          <a:p>
            <a:pPr marL="91440" lvl="0" indent="0" algn="l" rtl="0">
              <a:lnSpc>
                <a:spcPct val="90000"/>
              </a:lnSpc>
              <a:spcBef>
                <a:spcPts val="1400"/>
              </a:spcBef>
              <a:spcAft>
                <a:spcPts val="0"/>
              </a:spcAft>
              <a:buSzPts val="2000"/>
              <a:buNone/>
            </a:pPr>
            <a:endParaRPr/>
          </a:p>
          <a:p>
            <a:pPr marL="91440" lvl="0" indent="0" algn="l" rtl="0">
              <a:lnSpc>
                <a:spcPct val="90000"/>
              </a:lnSpc>
              <a:spcBef>
                <a:spcPts val="1400"/>
              </a:spcBef>
              <a:spcAft>
                <a:spcPts val="0"/>
              </a:spcAft>
              <a:buSzPts val="2000"/>
              <a:buNone/>
            </a:pPr>
            <a:endParaRPr/>
          </a:p>
          <a:p>
            <a:pPr marL="91440" lvl="0" indent="-127000" algn="l" rtl="0">
              <a:lnSpc>
                <a:spcPct val="90000"/>
              </a:lnSpc>
              <a:spcBef>
                <a:spcPts val="1400"/>
              </a:spcBef>
              <a:spcAft>
                <a:spcPts val="0"/>
              </a:spcAft>
              <a:buSzPts val="2000"/>
              <a:buChar char=" "/>
            </a:pPr>
            <a:r>
              <a:rPr lang="en-AU"/>
              <a:t>Note: the entire function body is a single SQL string. </a:t>
            </a:r>
            <a:endParaRPr/>
          </a:p>
        </p:txBody>
      </p:sp>
      <p:sp>
        <p:nvSpPr>
          <p:cNvPr id="365" name="Google Shape;365;p43"/>
          <p:cNvSpPr txBox="1">
            <a:spLocks noGrp="1"/>
          </p:cNvSpPr>
          <p:nvPr>
            <p:ph type="sldNum" idx="12"/>
          </p:nvPr>
        </p:nvSpPr>
        <p:spPr>
          <a:xfrm>
            <a:off x="7425344" y="6459786"/>
            <a:ext cx="984019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AU"/>
              <a:t>29</a:t>
            </a:fld>
            <a:endParaRPr/>
          </a:p>
        </p:txBody>
      </p:sp>
      <p:sp>
        <p:nvSpPr>
          <p:cNvPr id="366" name="Google Shape;366;p43"/>
          <p:cNvSpPr txBox="1"/>
          <p:nvPr/>
        </p:nvSpPr>
        <p:spPr>
          <a:xfrm>
            <a:off x="1905000" y="1676400"/>
            <a:ext cx="4800600" cy="2862900"/>
          </a:xfrm>
          <a:prstGeom prst="rect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457200" marR="0" lvl="1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AU" sz="18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CREATE OR REPLACE FUNCTION</a:t>
            </a:r>
            <a:endParaRPr/>
          </a:p>
          <a:p>
            <a:pPr marL="457200" marR="0" lvl="1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AU" sz="1800" b="0" i="1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	funcName</a:t>
            </a:r>
            <a:r>
              <a:rPr lang="en-AU" sz="18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(</a:t>
            </a:r>
            <a:r>
              <a:rPr lang="en-AU" sz="1800" b="0" i="1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param1</a:t>
            </a:r>
            <a:r>
              <a:rPr lang="en-AU" sz="18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, </a:t>
            </a:r>
            <a:r>
              <a:rPr lang="en-AU" sz="1800" b="0" i="1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param2</a:t>
            </a:r>
            <a:r>
              <a:rPr lang="en-AU" sz="18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, ....) </a:t>
            </a:r>
            <a:endParaRPr/>
          </a:p>
          <a:p>
            <a:pPr marL="457200" marR="0" lvl="1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AU" sz="18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	RETURNS </a:t>
            </a:r>
            <a:r>
              <a:rPr lang="en-AU" sz="1800" b="0" i="1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rettype</a:t>
            </a:r>
            <a:r>
              <a:rPr lang="en-AU" sz="18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endParaRPr/>
          </a:p>
          <a:p>
            <a:pPr marL="457200" marR="0" lvl="1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AU" sz="18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AS $$ </a:t>
            </a:r>
            <a:endParaRPr/>
          </a:p>
          <a:p>
            <a:pPr marL="914400" marR="0" lvl="2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AU" sz="18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DECLARE </a:t>
            </a:r>
            <a:endParaRPr/>
          </a:p>
          <a:p>
            <a:pPr marL="914400" marR="0" lvl="2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AU" sz="1800" b="0" i="1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	variable</a:t>
            </a:r>
            <a:r>
              <a:rPr lang="en-AU" sz="18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AU" sz="1800" b="0" i="1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declarations</a:t>
            </a:r>
            <a:r>
              <a:rPr lang="en-AU" sz="18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endParaRPr/>
          </a:p>
          <a:p>
            <a:pPr marL="914400" marR="0" lvl="2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AU" sz="18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BEGIN </a:t>
            </a:r>
            <a:endParaRPr/>
          </a:p>
          <a:p>
            <a:pPr marL="914400" marR="0" lvl="2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AU" sz="1800" b="0" i="1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	code</a:t>
            </a:r>
            <a:r>
              <a:rPr lang="en-AU" sz="18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AU" sz="1800" b="0" i="1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for</a:t>
            </a:r>
            <a:r>
              <a:rPr lang="en-AU" sz="18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AU" sz="1800" b="0" i="1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function</a:t>
            </a:r>
            <a:r>
              <a:rPr lang="en-AU" sz="18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endParaRPr/>
          </a:p>
          <a:p>
            <a:pPr marL="914400" marR="0" lvl="2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AU" sz="18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END; </a:t>
            </a:r>
            <a:endParaRPr/>
          </a:p>
          <a:p>
            <a:pPr marL="457200" marR="0" lvl="1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AU" sz="18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$$ LANGUAGE </a:t>
            </a:r>
            <a:r>
              <a:rPr lang="en-AU" sz="1800" b="1" i="0" u="none" strike="noStrike" cap="none">
                <a:solidFill>
                  <a:schemeClr val="dk1"/>
                </a:solidFill>
                <a:highlight>
                  <a:srgbClr val="FFFF00"/>
                </a:highlight>
                <a:latin typeface="Times New Roman"/>
                <a:ea typeface="Times New Roman"/>
                <a:cs typeface="Times New Roman"/>
                <a:sym typeface="Times New Roman"/>
              </a:rPr>
              <a:t>plpgsql</a:t>
            </a:r>
            <a:r>
              <a:rPr lang="en-AU" sz="18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; </a:t>
            </a:r>
            <a:endParaRPr/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2" name="Google Shape;372;p44"/>
          <p:cNvSpPr txBox="1">
            <a:spLocks noGrp="1"/>
          </p:cNvSpPr>
          <p:nvPr>
            <p:ph type="title"/>
          </p:nvPr>
        </p:nvSpPr>
        <p:spPr>
          <a:xfrm>
            <a:off x="822960" y="286605"/>
            <a:ext cx="7543800" cy="70399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 fontScale="90000"/>
          </a:bodyPr>
          <a:lstStyle/>
          <a:p>
            <a:pPr marL="0" lvl="0" indent="0" algn="l" rtl="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rgbClr val="3F3F3F"/>
              </a:buClr>
              <a:buSzPct val="100000"/>
              <a:buFont typeface="Times New Roman"/>
              <a:buNone/>
            </a:pPr>
            <a:r>
              <a:rPr lang="en-AU"/>
              <a:t>PL/pgSQL Function Parameters</a:t>
            </a:r>
            <a:endParaRPr/>
          </a:p>
        </p:txBody>
      </p:sp>
      <p:sp>
        <p:nvSpPr>
          <p:cNvPr id="373" name="Google Shape;373;p44"/>
          <p:cNvSpPr txBox="1">
            <a:spLocks noGrp="1"/>
          </p:cNvSpPr>
          <p:nvPr>
            <p:ph type="body" idx="1"/>
          </p:nvPr>
        </p:nvSpPr>
        <p:spPr>
          <a:xfrm>
            <a:off x="838200" y="1143000"/>
            <a:ext cx="8229600" cy="426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0" bIns="45700" anchor="t" anchorCtr="0">
            <a:normAutofit/>
          </a:bodyPr>
          <a:lstStyle/>
          <a:p>
            <a:pPr marL="91440" lvl="0" indent="-1270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Char char=" "/>
            </a:pPr>
            <a:r>
              <a:rPr lang="en-AU"/>
              <a:t>All parameters are passed by value in PL/pgSQL.</a:t>
            </a:r>
            <a:endParaRPr/>
          </a:p>
          <a:p>
            <a:pPr marL="91440" lvl="0" indent="-127000" algn="l" rtl="0">
              <a:lnSpc>
                <a:spcPct val="100000"/>
              </a:lnSpc>
              <a:spcBef>
                <a:spcPts val="1400"/>
              </a:spcBef>
              <a:spcAft>
                <a:spcPts val="0"/>
              </a:spcAft>
              <a:buSzPts val="2000"/>
              <a:buChar char=" "/>
            </a:pPr>
            <a:r>
              <a:rPr lang="en-AU"/>
              <a:t>Within a function, parameters can be referred:</a:t>
            </a:r>
            <a:endParaRPr/>
          </a:p>
          <a:p>
            <a:pPr marL="384048" lvl="1" indent="-18288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2000"/>
              <a:buChar char="◦"/>
            </a:pPr>
            <a:r>
              <a:rPr lang="en-AU" sz="2000"/>
              <a:t>using positional notation ($1, $2, ...)</a:t>
            </a:r>
            <a:endParaRPr/>
          </a:p>
          <a:p>
            <a:pPr marL="201168" lvl="1" indent="0" algn="l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000"/>
              <a:buNone/>
            </a:pPr>
            <a:r>
              <a:rPr lang="en-AU" sz="2000"/>
              <a:t>OR</a:t>
            </a:r>
            <a:endParaRPr/>
          </a:p>
          <a:p>
            <a:pPr marL="384048" lvl="1" indent="-182880" algn="l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000"/>
              <a:buChar char="◦"/>
            </a:pPr>
            <a:r>
              <a:rPr lang="en-AU" sz="2000"/>
              <a:t>via aliases, supplied either</a:t>
            </a:r>
            <a:endParaRPr/>
          </a:p>
          <a:p>
            <a:pPr marL="566928" lvl="2" indent="-182880" algn="l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000"/>
              <a:buChar char="◦"/>
            </a:pPr>
            <a:r>
              <a:rPr lang="en-AU" sz="2000"/>
              <a:t>as part of the function header (e.g. f(a int, b int))</a:t>
            </a:r>
            <a:endParaRPr/>
          </a:p>
          <a:p>
            <a:pPr marL="566928" lvl="2" indent="-182880" algn="l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000"/>
              <a:buChar char="◦"/>
            </a:pPr>
            <a:r>
              <a:rPr lang="en-AU" sz="2000"/>
              <a:t>as part of the declarations (e.g. a alias for $1; b alias for $2)</a:t>
            </a:r>
            <a:endParaRPr/>
          </a:p>
        </p:txBody>
      </p:sp>
      <p:sp>
        <p:nvSpPr>
          <p:cNvPr id="374" name="Google Shape;374;p44"/>
          <p:cNvSpPr txBox="1">
            <a:spLocks noGrp="1"/>
          </p:cNvSpPr>
          <p:nvPr>
            <p:ph type="sldNum" idx="12"/>
          </p:nvPr>
        </p:nvSpPr>
        <p:spPr>
          <a:xfrm>
            <a:off x="7425344" y="6459786"/>
            <a:ext cx="984019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AU"/>
              <a:t>30</a:t>
            </a:fld>
            <a:endParaRPr/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9" name="Google Shape;379;p45"/>
          <p:cNvSpPr/>
          <p:nvPr/>
        </p:nvSpPr>
        <p:spPr>
          <a:xfrm>
            <a:off x="1447800" y="1676400"/>
            <a:ext cx="4724400" cy="2862322"/>
          </a:xfrm>
          <a:prstGeom prst="rect">
            <a:avLst/>
          </a:prstGeom>
          <a:solidFill>
            <a:schemeClr val="accent2">
              <a:alpha val="49803"/>
            </a:schemeClr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380" name="Google Shape;380;p45"/>
          <p:cNvSpPr txBox="1">
            <a:spLocks noGrp="1"/>
          </p:cNvSpPr>
          <p:nvPr>
            <p:ph type="title"/>
          </p:nvPr>
        </p:nvSpPr>
        <p:spPr>
          <a:xfrm>
            <a:off x="822960" y="286605"/>
            <a:ext cx="7543800" cy="70399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l" rtl="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rgbClr val="3F3F3F"/>
              </a:buClr>
              <a:buSzPts val="3600"/>
              <a:buFont typeface="Times New Roman"/>
              <a:buNone/>
            </a:pPr>
            <a:r>
              <a:rPr lang="en-AU" sz="3600"/>
              <a:t>PL/pgSQL Function Parameters(cont.)</a:t>
            </a:r>
            <a:endParaRPr/>
          </a:p>
        </p:txBody>
      </p:sp>
      <p:sp>
        <p:nvSpPr>
          <p:cNvPr id="381" name="Google Shape;381;p45"/>
          <p:cNvSpPr txBox="1">
            <a:spLocks noGrp="1"/>
          </p:cNvSpPr>
          <p:nvPr>
            <p:ph type="body" idx="1"/>
          </p:nvPr>
        </p:nvSpPr>
        <p:spPr>
          <a:xfrm>
            <a:off x="822959" y="1143000"/>
            <a:ext cx="7543801" cy="472609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0" bIns="45700" anchor="t" anchorCtr="0">
            <a:normAutofit/>
          </a:bodyPr>
          <a:lstStyle/>
          <a:p>
            <a:pPr marL="91440" lvl="0" indent="-12700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000"/>
              <a:buChar char=" "/>
            </a:pPr>
            <a:r>
              <a:rPr lang="en-AU"/>
              <a:t>Example: new-style function</a:t>
            </a:r>
            <a:endParaRPr/>
          </a:p>
          <a:p>
            <a:pPr marL="91440" lvl="0" indent="0" algn="l" rtl="0">
              <a:lnSpc>
                <a:spcPct val="90000"/>
              </a:lnSpc>
              <a:spcBef>
                <a:spcPts val="1400"/>
              </a:spcBef>
              <a:spcAft>
                <a:spcPts val="0"/>
              </a:spcAft>
              <a:buSzPts val="2000"/>
              <a:buNone/>
            </a:pPr>
            <a:endParaRPr/>
          </a:p>
          <a:p>
            <a:pPr marL="91440" lvl="0" indent="0" algn="l" rtl="0">
              <a:lnSpc>
                <a:spcPct val="90000"/>
              </a:lnSpc>
              <a:spcBef>
                <a:spcPts val="1400"/>
              </a:spcBef>
              <a:spcAft>
                <a:spcPts val="0"/>
              </a:spcAft>
              <a:buSzPts val="2000"/>
              <a:buNone/>
            </a:pPr>
            <a:endParaRPr/>
          </a:p>
          <a:p>
            <a:pPr marL="91440" lvl="0" indent="0" algn="l" rtl="0">
              <a:lnSpc>
                <a:spcPct val="90000"/>
              </a:lnSpc>
              <a:spcBef>
                <a:spcPts val="1400"/>
              </a:spcBef>
              <a:spcAft>
                <a:spcPts val="0"/>
              </a:spcAft>
              <a:buSzPts val="2000"/>
              <a:buNone/>
            </a:pPr>
            <a:endParaRPr/>
          </a:p>
          <a:p>
            <a:pPr marL="91440" lvl="0" indent="0" algn="l" rtl="0">
              <a:lnSpc>
                <a:spcPct val="90000"/>
              </a:lnSpc>
              <a:spcBef>
                <a:spcPts val="1400"/>
              </a:spcBef>
              <a:spcAft>
                <a:spcPts val="0"/>
              </a:spcAft>
              <a:buSzPts val="2000"/>
              <a:buNone/>
            </a:pPr>
            <a:endParaRPr/>
          </a:p>
          <a:p>
            <a:pPr marL="91440" lvl="0" indent="0" algn="l" rtl="0">
              <a:lnSpc>
                <a:spcPct val="90000"/>
              </a:lnSpc>
              <a:spcBef>
                <a:spcPts val="1400"/>
              </a:spcBef>
              <a:spcAft>
                <a:spcPts val="0"/>
              </a:spcAft>
              <a:buSzPts val="2000"/>
              <a:buNone/>
            </a:pPr>
            <a:endParaRPr/>
          </a:p>
          <a:p>
            <a:pPr marL="91440" lvl="0" indent="0" algn="l" rtl="0">
              <a:lnSpc>
                <a:spcPct val="90000"/>
              </a:lnSpc>
              <a:spcBef>
                <a:spcPts val="1400"/>
              </a:spcBef>
              <a:spcAft>
                <a:spcPts val="0"/>
              </a:spcAft>
              <a:buSzPts val="2000"/>
              <a:buNone/>
            </a:pPr>
            <a:endParaRPr/>
          </a:p>
          <a:p>
            <a:pPr marL="91440" lvl="0" indent="0" algn="l" rtl="0">
              <a:lnSpc>
                <a:spcPct val="90000"/>
              </a:lnSpc>
              <a:spcBef>
                <a:spcPts val="1400"/>
              </a:spcBef>
              <a:spcAft>
                <a:spcPts val="0"/>
              </a:spcAft>
              <a:buSzPts val="2000"/>
              <a:buNone/>
            </a:pPr>
            <a:endParaRPr/>
          </a:p>
          <a:p>
            <a:pPr marL="91440" lvl="0" indent="-127000" algn="l" rtl="0">
              <a:lnSpc>
                <a:spcPct val="90000"/>
              </a:lnSpc>
              <a:spcBef>
                <a:spcPts val="1400"/>
              </a:spcBef>
              <a:spcAft>
                <a:spcPts val="0"/>
              </a:spcAft>
              <a:buSzPts val="2000"/>
              <a:buChar char=" "/>
            </a:pPr>
            <a:r>
              <a:rPr lang="en-AU"/>
              <a:t>Beware: never give aliases the same names as attributes. </a:t>
            </a:r>
            <a:endParaRPr/>
          </a:p>
          <a:p>
            <a:pPr marL="91440" lvl="0" indent="0" algn="l" rtl="0">
              <a:lnSpc>
                <a:spcPct val="90000"/>
              </a:lnSpc>
              <a:spcBef>
                <a:spcPts val="1400"/>
              </a:spcBef>
              <a:spcAft>
                <a:spcPts val="0"/>
              </a:spcAft>
              <a:buSzPts val="2000"/>
              <a:buNone/>
            </a:pPr>
            <a:endParaRPr/>
          </a:p>
        </p:txBody>
      </p:sp>
      <p:sp>
        <p:nvSpPr>
          <p:cNvPr id="382" name="Google Shape;382;p45"/>
          <p:cNvSpPr txBox="1">
            <a:spLocks noGrp="1"/>
          </p:cNvSpPr>
          <p:nvPr>
            <p:ph type="sldNum" idx="12"/>
          </p:nvPr>
        </p:nvSpPr>
        <p:spPr>
          <a:xfrm>
            <a:off x="7425344" y="6459786"/>
            <a:ext cx="984019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AU"/>
              <a:t>31</a:t>
            </a:fld>
            <a:endParaRPr/>
          </a:p>
        </p:txBody>
      </p:sp>
      <p:sp>
        <p:nvSpPr>
          <p:cNvPr id="383" name="Google Shape;383;p45"/>
          <p:cNvSpPr txBox="1"/>
          <p:nvPr/>
        </p:nvSpPr>
        <p:spPr>
          <a:xfrm>
            <a:off x="1447800" y="1676400"/>
            <a:ext cx="4724400" cy="2862322"/>
          </a:xfrm>
          <a:prstGeom prst="rect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AU" sz="18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CREATE OR REPLACE FUNCTION </a:t>
            </a:r>
            <a:endParaRPr/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AU" sz="18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	add(x text, y text) RETURNS text </a:t>
            </a:r>
            <a:endParaRPr/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AU" sz="18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AS $$</a:t>
            </a:r>
            <a:endParaRPr/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AU" sz="18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DECLARE </a:t>
            </a:r>
            <a:endParaRPr/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AU" sz="18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	result text; -- local variable </a:t>
            </a:r>
            <a:endParaRPr/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AU" sz="18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BEGIN </a:t>
            </a:r>
            <a:endParaRPr/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AU" sz="18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	result := x||''''||y; </a:t>
            </a:r>
            <a:endParaRPr/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AU" sz="18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	return result; </a:t>
            </a:r>
            <a:endParaRPr/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AU" sz="18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END; </a:t>
            </a:r>
            <a:endParaRPr/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AU" sz="18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$$ LANGUAGE 'plpgsql';</a:t>
            </a:r>
            <a:endParaRPr/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8" name="Google Shape;388;p46"/>
          <p:cNvSpPr/>
          <p:nvPr/>
        </p:nvSpPr>
        <p:spPr>
          <a:xfrm>
            <a:off x="1447800" y="1736606"/>
            <a:ext cx="4724400" cy="3416320"/>
          </a:xfrm>
          <a:prstGeom prst="rect">
            <a:avLst/>
          </a:prstGeom>
          <a:solidFill>
            <a:schemeClr val="accent2">
              <a:alpha val="49803"/>
            </a:schemeClr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389" name="Google Shape;389;p46"/>
          <p:cNvSpPr txBox="1">
            <a:spLocks noGrp="1"/>
          </p:cNvSpPr>
          <p:nvPr>
            <p:ph type="title"/>
          </p:nvPr>
        </p:nvSpPr>
        <p:spPr>
          <a:xfrm>
            <a:off x="822960" y="286605"/>
            <a:ext cx="7543800" cy="70399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l" rtl="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rgbClr val="3F3F3F"/>
              </a:buClr>
              <a:buSzPts val="3600"/>
              <a:buFont typeface="Times New Roman"/>
              <a:buNone/>
            </a:pPr>
            <a:r>
              <a:rPr lang="en-AU" sz="3600"/>
              <a:t>PL/pgSQL Function Parameters(cont.)</a:t>
            </a:r>
            <a:endParaRPr/>
          </a:p>
        </p:txBody>
      </p:sp>
      <p:sp>
        <p:nvSpPr>
          <p:cNvPr id="390" name="Google Shape;390;p46"/>
          <p:cNvSpPr txBox="1">
            <a:spLocks noGrp="1"/>
          </p:cNvSpPr>
          <p:nvPr>
            <p:ph type="body" idx="1"/>
          </p:nvPr>
        </p:nvSpPr>
        <p:spPr>
          <a:xfrm>
            <a:off x="822959" y="1143000"/>
            <a:ext cx="7543801" cy="472609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0" bIns="45700" anchor="t" anchorCtr="0">
            <a:normAutofit/>
          </a:bodyPr>
          <a:lstStyle/>
          <a:p>
            <a:pPr marL="91440" lvl="0" indent="-12700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000"/>
              <a:buChar char=" "/>
            </a:pPr>
            <a:r>
              <a:rPr lang="en-AU"/>
              <a:t>Example: old-style function exists</a:t>
            </a:r>
            <a:endParaRPr/>
          </a:p>
          <a:p>
            <a:pPr marL="91440" lvl="0" indent="0" algn="l" rtl="0">
              <a:lnSpc>
                <a:spcPct val="90000"/>
              </a:lnSpc>
              <a:spcBef>
                <a:spcPts val="1400"/>
              </a:spcBef>
              <a:spcAft>
                <a:spcPts val="0"/>
              </a:spcAft>
              <a:buSzPts val="2000"/>
              <a:buNone/>
            </a:pPr>
            <a:endParaRPr/>
          </a:p>
          <a:p>
            <a:pPr marL="91440" lvl="0" indent="0" algn="l" rtl="0">
              <a:lnSpc>
                <a:spcPct val="90000"/>
              </a:lnSpc>
              <a:spcBef>
                <a:spcPts val="1400"/>
              </a:spcBef>
              <a:spcAft>
                <a:spcPts val="0"/>
              </a:spcAft>
              <a:buSzPts val="2000"/>
              <a:buNone/>
            </a:pPr>
            <a:endParaRPr/>
          </a:p>
          <a:p>
            <a:pPr marL="91440" lvl="0" indent="0" algn="l" rtl="0">
              <a:lnSpc>
                <a:spcPct val="90000"/>
              </a:lnSpc>
              <a:spcBef>
                <a:spcPts val="1400"/>
              </a:spcBef>
              <a:spcAft>
                <a:spcPts val="0"/>
              </a:spcAft>
              <a:buSzPts val="2000"/>
              <a:buNone/>
            </a:pPr>
            <a:endParaRPr/>
          </a:p>
          <a:p>
            <a:pPr marL="91440" lvl="0" indent="0" algn="l" rtl="0">
              <a:lnSpc>
                <a:spcPct val="90000"/>
              </a:lnSpc>
              <a:spcBef>
                <a:spcPts val="1400"/>
              </a:spcBef>
              <a:spcAft>
                <a:spcPts val="0"/>
              </a:spcAft>
              <a:buSzPts val="2000"/>
              <a:buNone/>
            </a:pPr>
            <a:endParaRPr/>
          </a:p>
          <a:p>
            <a:pPr marL="91440" lvl="0" indent="0" algn="l" rtl="0">
              <a:lnSpc>
                <a:spcPct val="90000"/>
              </a:lnSpc>
              <a:spcBef>
                <a:spcPts val="1400"/>
              </a:spcBef>
              <a:spcAft>
                <a:spcPts val="0"/>
              </a:spcAft>
              <a:buSzPts val="2000"/>
              <a:buNone/>
            </a:pPr>
            <a:endParaRPr/>
          </a:p>
          <a:p>
            <a:pPr marL="91440" lvl="0" indent="0" algn="l" rtl="0">
              <a:lnSpc>
                <a:spcPct val="90000"/>
              </a:lnSpc>
              <a:spcBef>
                <a:spcPts val="1400"/>
              </a:spcBef>
              <a:spcAft>
                <a:spcPts val="0"/>
              </a:spcAft>
              <a:buSzPts val="2000"/>
              <a:buNone/>
            </a:pPr>
            <a:endParaRPr/>
          </a:p>
          <a:p>
            <a:pPr marL="91440" lvl="0" indent="0" algn="l" rtl="0">
              <a:lnSpc>
                <a:spcPct val="90000"/>
              </a:lnSpc>
              <a:spcBef>
                <a:spcPts val="1400"/>
              </a:spcBef>
              <a:spcAft>
                <a:spcPts val="0"/>
              </a:spcAft>
              <a:buSzPts val="2000"/>
              <a:buNone/>
            </a:pPr>
            <a:endParaRPr/>
          </a:p>
          <a:p>
            <a:pPr marL="91440" lvl="0" indent="0" algn="l" rtl="0">
              <a:lnSpc>
                <a:spcPct val="90000"/>
              </a:lnSpc>
              <a:spcBef>
                <a:spcPts val="1400"/>
              </a:spcBef>
              <a:spcAft>
                <a:spcPts val="0"/>
              </a:spcAft>
              <a:buSzPts val="2000"/>
              <a:buNone/>
            </a:pPr>
            <a:endParaRPr/>
          </a:p>
          <a:p>
            <a:pPr marL="91440" lvl="0" indent="-127000" algn="l" rtl="0">
              <a:lnSpc>
                <a:spcPct val="90000"/>
              </a:lnSpc>
              <a:spcBef>
                <a:spcPts val="1400"/>
              </a:spcBef>
              <a:spcAft>
                <a:spcPts val="0"/>
              </a:spcAft>
              <a:buSzPts val="2000"/>
              <a:buChar char=" "/>
            </a:pPr>
            <a:r>
              <a:rPr lang="en-AU"/>
              <a:t>Beware: never give aliases the same names as attributes. </a:t>
            </a:r>
            <a:endParaRPr/>
          </a:p>
        </p:txBody>
      </p:sp>
      <p:sp>
        <p:nvSpPr>
          <p:cNvPr id="391" name="Google Shape;391;p46"/>
          <p:cNvSpPr txBox="1">
            <a:spLocks noGrp="1"/>
          </p:cNvSpPr>
          <p:nvPr>
            <p:ph type="sldNum" idx="12"/>
          </p:nvPr>
        </p:nvSpPr>
        <p:spPr>
          <a:xfrm>
            <a:off x="7425344" y="6459786"/>
            <a:ext cx="984019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AU"/>
              <a:t>32</a:t>
            </a:fld>
            <a:endParaRPr/>
          </a:p>
        </p:txBody>
      </p:sp>
      <p:sp>
        <p:nvSpPr>
          <p:cNvPr id="392" name="Google Shape;392;p46"/>
          <p:cNvSpPr txBox="1"/>
          <p:nvPr/>
        </p:nvSpPr>
        <p:spPr>
          <a:xfrm>
            <a:off x="1447800" y="1720840"/>
            <a:ext cx="4724400" cy="3417000"/>
          </a:xfrm>
          <a:prstGeom prst="rect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AU" sz="18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CREATE OR REPLACE FUNCTION </a:t>
            </a:r>
            <a:endParaRPr/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AU" sz="18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	cat(text, text) RETURNS text </a:t>
            </a:r>
            <a:endParaRPr/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AU" sz="18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AS $$</a:t>
            </a:r>
            <a:endParaRPr/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AU" sz="18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DECLARE </a:t>
            </a:r>
            <a:endParaRPr/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AU" sz="18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	x alias for $1; -- alias for parameter </a:t>
            </a:r>
            <a:endParaRPr/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AU" sz="18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	y alias for $2; -- alias for parameter </a:t>
            </a:r>
            <a:endParaRPr/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AU" sz="18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	result text; -- local variable </a:t>
            </a:r>
            <a:endParaRPr/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AU" sz="18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BEGIN </a:t>
            </a:r>
            <a:endParaRPr/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AU" sz="18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	result := x||''''''''||y; </a:t>
            </a:r>
            <a:endParaRPr/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AU" sz="18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	return result; </a:t>
            </a:r>
            <a:endParaRPr/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AU" sz="18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END; </a:t>
            </a:r>
            <a:endParaRPr/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AU" sz="18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$$LANGUAGE ‘plpgsql’;</a:t>
            </a:r>
            <a:endParaRPr/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7" name="Google Shape;397;p47"/>
          <p:cNvSpPr txBox="1">
            <a:spLocks noGrp="1"/>
          </p:cNvSpPr>
          <p:nvPr>
            <p:ph type="body" idx="1"/>
          </p:nvPr>
        </p:nvSpPr>
        <p:spPr>
          <a:xfrm>
            <a:off x="822959" y="1143000"/>
            <a:ext cx="7543801" cy="472609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0" bIns="45700" anchor="t" anchorCtr="0">
            <a:normAutofit/>
          </a:bodyPr>
          <a:lstStyle/>
          <a:p>
            <a:pPr marL="91440" lvl="0" indent="-12700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000"/>
              <a:buChar char=" "/>
            </a:pPr>
            <a:r>
              <a:rPr lang="en-AU"/>
              <a:t>Restrictions: requires x and y to have values of the same “addable" type.</a:t>
            </a:r>
            <a:endParaRPr/>
          </a:p>
        </p:txBody>
      </p:sp>
      <p:sp>
        <p:nvSpPr>
          <p:cNvPr id="398" name="Google Shape;398;p47"/>
          <p:cNvSpPr/>
          <p:nvPr/>
        </p:nvSpPr>
        <p:spPr>
          <a:xfrm>
            <a:off x="1198614" y="2366038"/>
            <a:ext cx="6705600" cy="2031300"/>
          </a:xfrm>
          <a:prstGeom prst="rect">
            <a:avLst/>
          </a:prstGeom>
          <a:solidFill>
            <a:schemeClr val="accent2">
              <a:alpha val="49803"/>
            </a:schemeClr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399" name="Google Shape;399;p47"/>
          <p:cNvSpPr txBox="1">
            <a:spLocks noGrp="1"/>
          </p:cNvSpPr>
          <p:nvPr>
            <p:ph type="title"/>
          </p:nvPr>
        </p:nvSpPr>
        <p:spPr>
          <a:xfrm>
            <a:off x="822960" y="286605"/>
            <a:ext cx="7543800" cy="70399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l" rtl="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rgbClr val="3F3F3F"/>
              </a:buClr>
              <a:buSzPts val="3600"/>
              <a:buFont typeface="Times New Roman"/>
              <a:buNone/>
            </a:pPr>
            <a:r>
              <a:rPr lang="en-AU" sz="3600"/>
              <a:t>PL/pgSQL Function Parameters(cont.)</a:t>
            </a:r>
            <a:endParaRPr/>
          </a:p>
        </p:txBody>
      </p:sp>
      <p:sp>
        <p:nvSpPr>
          <p:cNvPr id="400" name="Google Shape;400;p47"/>
          <p:cNvSpPr txBox="1">
            <a:spLocks noGrp="1"/>
          </p:cNvSpPr>
          <p:nvPr>
            <p:ph type="sldNum" idx="12"/>
          </p:nvPr>
        </p:nvSpPr>
        <p:spPr>
          <a:xfrm>
            <a:off x="7425344" y="6459786"/>
            <a:ext cx="984019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AU"/>
              <a:t>33</a:t>
            </a:fld>
            <a:endParaRPr/>
          </a:p>
        </p:txBody>
      </p:sp>
      <p:sp>
        <p:nvSpPr>
          <p:cNvPr id="401" name="Google Shape;401;p47"/>
          <p:cNvSpPr txBox="1"/>
          <p:nvPr/>
        </p:nvSpPr>
        <p:spPr>
          <a:xfrm>
            <a:off x="1211753" y="2379668"/>
            <a:ext cx="6705600" cy="2031900"/>
          </a:xfrm>
          <a:prstGeom prst="rect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AU" sz="18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CREATE OR REPLACE FUNCTION</a:t>
            </a:r>
            <a:endParaRPr/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AU" sz="18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	add ( x any_element , y any_element ) RETURNS any_element</a:t>
            </a:r>
            <a:endParaRPr sz="18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AU" sz="18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AS $$</a:t>
            </a:r>
            <a:endParaRPr/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AU" sz="18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BEGIN</a:t>
            </a:r>
            <a:endParaRPr/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AU" sz="18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	return x + y ;</a:t>
            </a:r>
            <a:endParaRPr/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AU" sz="18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END ;</a:t>
            </a:r>
            <a:endParaRPr/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AU" sz="18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$$ LANGUAGE plpgsql ;</a:t>
            </a:r>
            <a:endParaRPr/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7" name="Google Shape;407;p48"/>
          <p:cNvSpPr txBox="1">
            <a:spLocks noGrp="1"/>
          </p:cNvSpPr>
          <p:nvPr>
            <p:ph type="title"/>
          </p:nvPr>
        </p:nvSpPr>
        <p:spPr>
          <a:xfrm>
            <a:off x="822960" y="286605"/>
            <a:ext cx="7543800" cy="70399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/>
          <a:p>
            <a:pPr marL="0" lvl="0" indent="0" algn="l" rtl="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rgbClr val="3F3F3F"/>
              </a:buClr>
              <a:buSzPts val="4320"/>
              <a:buFont typeface="Times New Roman"/>
              <a:buNone/>
            </a:pPr>
            <a:r>
              <a:rPr lang="en-AU" sz="4220"/>
              <a:t>PL/pgSQL Function Parameters</a:t>
            </a:r>
            <a:r>
              <a:rPr lang="en-AU" sz="1340"/>
              <a:t>(cont.)</a:t>
            </a:r>
            <a:endParaRPr sz="4220"/>
          </a:p>
        </p:txBody>
      </p:sp>
      <p:sp>
        <p:nvSpPr>
          <p:cNvPr id="408" name="Google Shape;408;p48"/>
          <p:cNvSpPr txBox="1">
            <a:spLocks noGrp="1"/>
          </p:cNvSpPr>
          <p:nvPr>
            <p:ph type="body" idx="1"/>
          </p:nvPr>
        </p:nvSpPr>
        <p:spPr>
          <a:xfrm>
            <a:off x="838200" y="1066800"/>
            <a:ext cx="8229600" cy="5181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0" bIns="45700" anchor="t" anchorCtr="0">
            <a:normAutofit lnSpcReduction="10000"/>
          </a:bodyPr>
          <a:lstStyle/>
          <a:p>
            <a:pPr marL="91440" lvl="0" indent="-10160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SzPts val="1600"/>
              <a:buChar char=" "/>
            </a:pPr>
            <a:r>
              <a:rPr lang="en-AU" sz="1600"/>
              <a:t>PLpgSQL allows </a:t>
            </a:r>
            <a:r>
              <a:rPr lang="en-AU" sz="1600" b="1" i="1"/>
              <a:t>function overloading</a:t>
            </a:r>
            <a:r>
              <a:rPr lang="en-AU" sz="1600"/>
              <a:t> (i.e. same name, different arg types)</a:t>
            </a:r>
            <a:endParaRPr/>
          </a:p>
          <a:p>
            <a:pPr marL="91440" lvl="0" indent="-101600" algn="l" rtl="0">
              <a:lnSpc>
                <a:spcPct val="160000"/>
              </a:lnSpc>
              <a:spcBef>
                <a:spcPts val="1400"/>
              </a:spcBef>
              <a:spcAft>
                <a:spcPts val="0"/>
              </a:spcAft>
              <a:buSzPts val="1600"/>
              <a:buChar char=" "/>
            </a:pPr>
            <a:r>
              <a:rPr lang="en-AU" sz="1600"/>
              <a:t>Example</a:t>
            </a:r>
            <a:endParaRPr/>
          </a:p>
          <a:p>
            <a:pPr marL="457200" lvl="1" indent="0" algn="l" rtl="0">
              <a:lnSpc>
                <a:spcPct val="160000"/>
              </a:lnSpc>
              <a:spcBef>
                <a:spcPts val="400"/>
              </a:spcBef>
              <a:spcAft>
                <a:spcPts val="0"/>
              </a:spcAft>
              <a:buSzPts val="1400"/>
              <a:buNone/>
            </a:pPr>
            <a:r>
              <a:rPr lang="en-AU" sz="1400"/>
              <a:t>CREATE FUNCTION add ( int , int ) RETURNS int AS</a:t>
            </a:r>
            <a:endParaRPr/>
          </a:p>
          <a:p>
            <a:pPr marL="457200" lvl="1" indent="0" algn="l" rtl="0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SzPts val="1400"/>
              <a:buNone/>
            </a:pPr>
            <a:r>
              <a:rPr lang="en-AU" sz="1400"/>
              <a:t>$$ BEGIN return $1 + $2 ; END ; $$ LANGUAGE plpgsql ;</a:t>
            </a:r>
            <a:endParaRPr/>
          </a:p>
          <a:p>
            <a:pPr marL="457200" lvl="1" indent="0" algn="l" rtl="0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SzPts val="1400"/>
              <a:buNone/>
            </a:pPr>
            <a:endParaRPr sz="1400"/>
          </a:p>
          <a:p>
            <a:pPr marL="457200" lvl="1" indent="0" algn="l" rtl="0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SzPts val="1400"/>
              <a:buNone/>
            </a:pPr>
            <a:r>
              <a:rPr lang="en-AU" sz="1400"/>
              <a:t>CREATE FUNCTION add ( int , int , int ) RETURNS int AS</a:t>
            </a:r>
            <a:endParaRPr/>
          </a:p>
          <a:p>
            <a:pPr marL="457200" lvl="1" indent="0" algn="l" rtl="0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SzPts val="1400"/>
              <a:buNone/>
            </a:pPr>
            <a:r>
              <a:rPr lang="en-AU" sz="1400"/>
              <a:t>$$ BEGIN return $1 + $2 + $3 ; END ; $$ LANGUAGE plpgsql ;</a:t>
            </a:r>
            <a:endParaRPr/>
          </a:p>
          <a:p>
            <a:pPr marL="457200" lvl="1" indent="0" algn="l" rtl="0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SzPts val="1400"/>
              <a:buNone/>
            </a:pPr>
            <a:endParaRPr sz="1400"/>
          </a:p>
          <a:p>
            <a:pPr marL="457200" lvl="1" indent="0" algn="l" rtl="0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SzPts val="1400"/>
              <a:buNone/>
            </a:pPr>
            <a:r>
              <a:rPr lang="en-AU" sz="1400"/>
              <a:t>CREATE FUNCTION add ( char (1) , int ) RETURNS int AS</a:t>
            </a:r>
            <a:endParaRPr/>
          </a:p>
          <a:p>
            <a:pPr marL="457200" lvl="1" indent="0" algn="l" rtl="0">
              <a:lnSpc>
                <a:spcPct val="160000"/>
              </a:lnSpc>
              <a:spcBef>
                <a:spcPts val="600"/>
              </a:spcBef>
              <a:spcAft>
                <a:spcPts val="0"/>
              </a:spcAft>
              <a:buSzPts val="1400"/>
              <a:buNone/>
            </a:pPr>
            <a:r>
              <a:rPr lang="en-AU" sz="1400"/>
              <a:t>$$ BEGIN return ascii ( $1 )+ $2 ; END ; $$ LANGUAGE plpgsql ;</a:t>
            </a:r>
            <a:endParaRPr/>
          </a:p>
          <a:p>
            <a:pPr marL="91440" lvl="0" indent="-101600" algn="l" rtl="0">
              <a:lnSpc>
                <a:spcPct val="160000"/>
              </a:lnSpc>
              <a:spcBef>
                <a:spcPts val="1600"/>
              </a:spcBef>
              <a:spcAft>
                <a:spcPts val="0"/>
              </a:spcAft>
              <a:buSzPts val="1600"/>
              <a:buChar char=" "/>
            </a:pPr>
            <a:r>
              <a:rPr lang="en-AU" sz="1600"/>
              <a:t>But must differ in arg types, so cannot also define:</a:t>
            </a:r>
            <a:endParaRPr/>
          </a:p>
          <a:p>
            <a:pPr marL="457200" lvl="1" indent="0" algn="l" rtl="0">
              <a:lnSpc>
                <a:spcPct val="160000"/>
              </a:lnSpc>
              <a:spcBef>
                <a:spcPts val="400"/>
              </a:spcBef>
              <a:spcAft>
                <a:spcPts val="0"/>
              </a:spcAft>
              <a:buSzPts val="1400"/>
              <a:buNone/>
            </a:pPr>
            <a:r>
              <a:rPr lang="en-AU" sz="1400"/>
              <a:t>CREATE FUNCTION add ( char (1) , int ) RETURNS char AS</a:t>
            </a:r>
            <a:endParaRPr/>
          </a:p>
          <a:p>
            <a:pPr marL="457200" lvl="1" indent="0" algn="l" rtl="0">
              <a:lnSpc>
                <a:spcPct val="170000"/>
              </a:lnSpc>
              <a:spcBef>
                <a:spcPts val="600"/>
              </a:spcBef>
              <a:spcAft>
                <a:spcPts val="0"/>
              </a:spcAft>
              <a:buSzPts val="1400"/>
              <a:buNone/>
            </a:pPr>
            <a:r>
              <a:rPr lang="en-AU" sz="1400"/>
              <a:t>$$ BEGIN return chr ( ascii ( $1 )+ $2 ); END ; $$ LANGUAGE plpgsql ;</a:t>
            </a:r>
            <a:endParaRPr/>
          </a:p>
          <a:p>
            <a:pPr marL="91440" lvl="0" indent="-101600" algn="l" rtl="0">
              <a:lnSpc>
                <a:spcPct val="170000"/>
              </a:lnSpc>
              <a:spcBef>
                <a:spcPts val="1600"/>
              </a:spcBef>
              <a:spcAft>
                <a:spcPts val="0"/>
              </a:spcAft>
              <a:buSzPts val="1600"/>
              <a:buChar char=" "/>
            </a:pPr>
            <a:r>
              <a:rPr lang="en-AU" sz="1600"/>
              <a:t>i.e. cannot have two functions that look like add(char(1), int).</a:t>
            </a:r>
            <a:endParaRPr/>
          </a:p>
        </p:txBody>
      </p:sp>
      <p:sp>
        <p:nvSpPr>
          <p:cNvPr id="409" name="Google Shape;409;p48"/>
          <p:cNvSpPr txBox="1">
            <a:spLocks noGrp="1"/>
          </p:cNvSpPr>
          <p:nvPr>
            <p:ph type="sldNum" idx="12"/>
          </p:nvPr>
        </p:nvSpPr>
        <p:spPr>
          <a:xfrm>
            <a:off x="7425344" y="6459786"/>
            <a:ext cx="984019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AU"/>
              <a:t>34</a:t>
            </a:fld>
            <a:endParaRPr/>
          </a:p>
        </p:txBody>
      </p:sp>
      <p:sp>
        <p:nvSpPr>
          <p:cNvPr id="410" name="Google Shape;410;p48"/>
          <p:cNvSpPr/>
          <p:nvPr/>
        </p:nvSpPr>
        <p:spPr>
          <a:xfrm>
            <a:off x="1143000" y="2057400"/>
            <a:ext cx="5257800" cy="2362200"/>
          </a:xfrm>
          <a:prstGeom prst="rect">
            <a:avLst/>
          </a:prstGeom>
          <a:noFill/>
          <a:ln w="9525" cap="flat" cmpd="sng">
            <a:solidFill>
              <a:schemeClr val="accen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accen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411" name="Google Shape;411;p48"/>
          <p:cNvSpPr/>
          <p:nvPr/>
        </p:nvSpPr>
        <p:spPr>
          <a:xfrm>
            <a:off x="1143000" y="4876800"/>
            <a:ext cx="5715000" cy="914400"/>
          </a:xfrm>
          <a:prstGeom prst="rect">
            <a:avLst/>
          </a:prstGeom>
          <a:noFill/>
          <a:ln w="9525" cap="flat" cmpd="sng">
            <a:solidFill>
              <a:schemeClr val="accen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accen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7" name="Google Shape;417;p49"/>
          <p:cNvSpPr txBox="1">
            <a:spLocks noGrp="1"/>
          </p:cNvSpPr>
          <p:nvPr>
            <p:ph type="title"/>
          </p:nvPr>
        </p:nvSpPr>
        <p:spPr>
          <a:xfrm>
            <a:off x="822960" y="286605"/>
            <a:ext cx="7543800" cy="70399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 fontScale="90000"/>
          </a:bodyPr>
          <a:lstStyle/>
          <a:p>
            <a:pPr marL="0" lvl="0" indent="0" algn="l" rtl="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rgbClr val="3F3F3F"/>
              </a:buClr>
              <a:buSzPct val="100000"/>
              <a:buFont typeface="Times New Roman"/>
              <a:buNone/>
            </a:pPr>
            <a:r>
              <a:rPr lang="en-AU"/>
              <a:t>Function Return Types</a:t>
            </a:r>
            <a:endParaRPr/>
          </a:p>
        </p:txBody>
      </p:sp>
      <p:sp>
        <p:nvSpPr>
          <p:cNvPr id="418" name="Google Shape;418;p49"/>
          <p:cNvSpPr txBox="1">
            <a:spLocks noGrp="1"/>
          </p:cNvSpPr>
          <p:nvPr>
            <p:ph type="body" idx="1"/>
          </p:nvPr>
        </p:nvSpPr>
        <p:spPr>
          <a:xfrm>
            <a:off x="822959" y="1143000"/>
            <a:ext cx="7543801" cy="472609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0" bIns="45700" anchor="t" anchorCtr="0">
            <a:normAutofit/>
          </a:bodyPr>
          <a:lstStyle/>
          <a:p>
            <a:pPr marL="91440" lvl="0" indent="-12700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000"/>
              <a:buChar char=" "/>
            </a:pPr>
            <a:r>
              <a:rPr lang="en-AU"/>
              <a:t>A PostgreSQL function can return a value which is </a:t>
            </a:r>
            <a:endParaRPr/>
          </a:p>
          <a:p>
            <a:pPr marL="384048" lvl="1" indent="-18288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◦"/>
            </a:pPr>
            <a:r>
              <a:rPr lang="en-AU"/>
              <a:t>an atomic data type   (e.g. integer, text, ...) </a:t>
            </a:r>
            <a:endParaRPr/>
          </a:p>
          <a:p>
            <a:pPr marL="384048" lvl="1" indent="-182880" algn="l" rtl="0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SzPts val="1800"/>
              <a:buChar char="◦"/>
            </a:pPr>
            <a:r>
              <a:rPr lang="en-AU"/>
              <a:t>a tuple   (e.g. table record type or tuple type) </a:t>
            </a:r>
            <a:endParaRPr/>
          </a:p>
          <a:p>
            <a:pPr marL="384048" lvl="1" indent="-182880" algn="l" rtl="0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SzPts val="1800"/>
              <a:buChar char="◦"/>
            </a:pPr>
            <a:r>
              <a:rPr lang="en-AU"/>
              <a:t>a set of atomic values   (like a table column) </a:t>
            </a:r>
            <a:endParaRPr/>
          </a:p>
          <a:p>
            <a:pPr marL="384048" lvl="1" indent="-182880" algn="l" rtl="0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SzPts val="1800"/>
              <a:buChar char="◦"/>
            </a:pPr>
            <a:r>
              <a:rPr lang="en-AU"/>
              <a:t>a set of tuples   (i.e. a table) </a:t>
            </a:r>
            <a:endParaRPr/>
          </a:p>
          <a:p>
            <a:pPr marL="384048" lvl="1" indent="-182880" algn="l" rtl="0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SzPts val="1800"/>
              <a:buChar char="◦"/>
            </a:pPr>
            <a:r>
              <a:rPr lang="en-AU" b="1" i="1"/>
              <a:t>void</a:t>
            </a:r>
            <a:r>
              <a:rPr lang="en-AU"/>
              <a:t>   (i.e. no return value) </a:t>
            </a:r>
            <a:endParaRPr/>
          </a:p>
          <a:p>
            <a:pPr marL="91440" lvl="0" indent="-127000" algn="l" rtl="0">
              <a:lnSpc>
                <a:spcPct val="90000"/>
              </a:lnSpc>
              <a:spcBef>
                <a:spcPts val="1600"/>
              </a:spcBef>
              <a:spcAft>
                <a:spcPts val="0"/>
              </a:spcAft>
              <a:buSzPts val="2000"/>
              <a:buChar char=" "/>
            </a:pPr>
            <a:r>
              <a:rPr lang="en-AU"/>
              <a:t>A function returning a set of tuples is similar to a view. </a:t>
            </a:r>
            <a:endParaRPr/>
          </a:p>
        </p:txBody>
      </p:sp>
      <p:sp>
        <p:nvSpPr>
          <p:cNvPr id="419" name="Google Shape;419;p49"/>
          <p:cNvSpPr txBox="1">
            <a:spLocks noGrp="1"/>
          </p:cNvSpPr>
          <p:nvPr>
            <p:ph type="sldNum" idx="12"/>
          </p:nvPr>
        </p:nvSpPr>
        <p:spPr>
          <a:xfrm>
            <a:off x="7425344" y="6459786"/>
            <a:ext cx="984019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AU"/>
              <a:t>35</a:t>
            </a:fld>
            <a:endParaRPr/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5" name="Google Shape;425;p50"/>
          <p:cNvSpPr txBox="1">
            <a:spLocks noGrp="1"/>
          </p:cNvSpPr>
          <p:nvPr>
            <p:ph type="title"/>
          </p:nvPr>
        </p:nvSpPr>
        <p:spPr>
          <a:xfrm>
            <a:off x="822960" y="286605"/>
            <a:ext cx="7543800" cy="70399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 fontScale="90000"/>
          </a:bodyPr>
          <a:lstStyle/>
          <a:p>
            <a:pPr marL="0" lvl="0" indent="0" algn="l" rtl="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rgbClr val="3F3F3F"/>
              </a:buClr>
              <a:buSzPct val="100000"/>
              <a:buFont typeface="Times New Roman"/>
              <a:buNone/>
            </a:pPr>
            <a:r>
              <a:rPr lang="en-AU"/>
              <a:t>Function Return Types</a:t>
            </a:r>
            <a:r>
              <a:rPr lang="en-AU" sz="1800"/>
              <a:t>(cont)</a:t>
            </a:r>
            <a:endParaRPr/>
          </a:p>
        </p:txBody>
      </p:sp>
      <p:sp>
        <p:nvSpPr>
          <p:cNvPr id="426" name="Google Shape;426;p50"/>
          <p:cNvSpPr txBox="1">
            <a:spLocks noGrp="1"/>
          </p:cNvSpPr>
          <p:nvPr>
            <p:ph type="body" idx="1"/>
          </p:nvPr>
        </p:nvSpPr>
        <p:spPr>
          <a:xfrm>
            <a:off x="822959" y="1143000"/>
            <a:ext cx="7543801" cy="472609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0" bIns="45700" anchor="t" anchorCtr="0">
            <a:normAutofit/>
          </a:bodyPr>
          <a:lstStyle/>
          <a:p>
            <a:pPr marL="91440" lvl="0" indent="-12700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000"/>
              <a:buChar char=" "/>
            </a:pPr>
            <a:r>
              <a:rPr lang="en-AU"/>
              <a:t>Examples of different function return types:</a:t>
            </a:r>
            <a:br>
              <a:rPr lang="en-AU"/>
            </a:br>
            <a:endParaRPr/>
          </a:p>
          <a:p>
            <a:pPr marL="457200" lvl="1" indent="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None/>
            </a:pPr>
            <a:r>
              <a:rPr lang="en-AU"/>
              <a:t>create type Employee as (id integer, name text, salary float, ...);</a:t>
            </a:r>
            <a:endParaRPr/>
          </a:p>
          <a:p>
            <a:pPr marL="457200" lvl="1" indent="0" algn="l" rtl="0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SzPts val="1800"/>
              <a:buNone/>
            </a:pPr>
            <a:endParaRPr/>
          </a:p>
          <a:p>
            <a:pPr marL="457200" lvl="1" indent="0" algn="l" rtl="0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SzPts val="1800"/>
              <a:buNone/>
            </a:pPr>
            <a:r>
              <a:rPr lang="en-AU"/>
              <a:t>create function factorial(integer) </a:t>
            </a:r>
            <a:endParaRPr/>
          </a:p>
          <a:p>
            <a:pPr marL="457200" lvl="1" indent="0" algn="l" rtl="0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SzPts val="1800"/>
              <a:buNone/>
            </a:pPr>
            <a:r>
              <a:rPr lang="en-AU"/>
              <a:t>	returns integer ... </a:t>
            </a:r>
            <a:endParaRPr/>
          </a:p>
          <a:p>
            <a:pPr marL="457200" lvl="1" indent="0" algn="l" rtl="0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SzPts val="1800"/>
              <a:buNone/>
            </a:pPr>
            <a:r>
              <a:rPr lang="en-AU"/>
              <a:t>create function EmployeeOfMonth(date) </a:t>
            </a:r>
            <a:endParaRPr/>
          </a:p>
          <a:p>
            <a:pPr marL="457200" lvl="1" indent="0" algn="l" rtl="0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SzPts val="1800"/>
              <a:buNone/>
            </a:pPr>
            <a:r>
              <a:rPr lang="en-AU"/>
              <a:t>	returns Employee ... </a:t>
            </a:r>
            <a:endParaRPr/>
          </a:p>
          <a:p>
            <a:pPr marL="457200" lvl="1" indent="0" algn="l" rtl="0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SzPts val="1800"/>
              <a:buNone/>
            </a:pPr>
            <a:r>
              <a:rPr lang="en-AU"/>
              <a:t>create function allSalaries() </a:t>
            </a:r>
            <a:endParaRPr/>
          </a:p>
          <a:p>
            <a:pPr marL="457200" lvl="1" indent="0" algn="l" rtl="0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SzPts val="1800"/>
              <a:buNone/>
            </a:pPr>
            <a:r>
              <a:rPr lang="en-AU"/>
              <a:t>	returns setof float ... </a:t>
            </a:r>
            <a:endParaRPr/>
          </a:p>
          <a:p>
            <a:pPr marL="457200" lvl="1" indent="0" algn="l" rtl="0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SzPts val="1800"/>
              <a:buNone/>
            </a:pPr>
            <a:r>
              <a:rPr lang="en-AU"/>
              <a:t>create function OlderEmployees() </a:t>
            </a:r>
            <a:endParaRPr/>
          </a:p>
          <a:p>
            <a:pPr marL="457200" lvl="1" indent="0" algn="l" rtl="0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SzPts val="1800"/>
              <a:buNone/>
            </a:pPr>
            <a:r>
              <a:rPr lang="en-AU"/>
              <a:t>	returns setof Employee ...</a:t>
            </a:r>
            <a:endParaRPr/>
          </a:p>
        </p:txBody>
      </p:sp>
      <p:sp>
        <p:nvSpPr>
          <p:cNvPr id="427" name="Google Shape;427;p50"/>
          <p:cNvSpPr txBox="1">
            <a:spLocks noGrp="1"/>
          </p:cNvSpPr>
          <p:nvPr>
            <p:ph type="sldNum" idx="12"/>
          </p:nvPr>
        </p:nvSpPr>
        <p:spPr>
          <a:xfrm>
            <a:off x="7425344" y="6459786"/>
            <a:ext cx="984019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AU"/>
              <a:t>36</a:t>
            </a:fld>
            <a:endParaRPr/>
          </a:p>
        </p:txBody>
      </p:sp>
      <p:sp>
        <p:nvSpPr>
          <p:cNvPr id="428" name="Google Shape;428;p50"/>
          <p:cNvSpPr/>
          <p:nvPr/>
        </p:nvSpPr>
        <p:spPr>
          <a:xfrm>
            <a:off x="1066800" y="2362200"/>
            <a:ext cx="4191000" cy="2971800"/>
          </a:xfrm>
          <a:prstGeom prst="rect">
            <a:avLst/>
          </a:prstGeom>
          <a:noFill/>
          <a:ln w="9525" cap="flat" cmpd="sng">
            <a:solidFill>
              <a:schemeClr val="accen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accen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429" name="Google Shape;429;p50"/>
          <p:cNvSpPr/>
          <p:nvPr/>
        </p:nvSpPr>
        <p:spPr>
          <a:xfrm>
            <a:off x="1066800" y="1666242"/>
            <a:ext cx="6096000" cy="467358"/>
          </a:xfrm>
          <a:prstGeom prst="rect">
            <a:avLst/>
          </a:prstGeom>
          <a:noFill/>
          <a:ln w="9525" cap="flat" cmpd="sng">
            <a:solidFill>
              <a:schemeClr val="accen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accen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4" name="Google Shape;434;p51"/>
          <p:cNvSpPr txBox="1">
            <a:spLocks noGrp="1"/>
          </p:cNvSpPr>
          <p:nvPr>
            <p:ph type="title"/>
          </p:nvPr>
        </p:nvSpPr>
        <p:spPr>
          <a:xfrm>
            <a:off x="822960" y="286605"/>
            <a:ext cx="7543800" cy="70399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 fontScale="90000"/>
          </a:bodyPr>
          <a:lstStyle/>
          <a:p>
            <a:pPr marL="0" lvl="0" indent="0" algn="l" rtl="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rgbClr val="3F3F3F"/>
              </a:buClr>
              <a:buSzPct val="100000"/>
              <a:buFont typeface="Times New Roman"/>
              <a:buNone/>
            </a:pPr>
            <a:r>
              <a:rPr lang="en-AU"/>
              <a:t>Function Return Types(cont)</a:t>
            </a:r>
            <a:endParaRPr/>
          </a:p>
        </p:txBody>
      </p:sp>
      <p:sp>
        <p:nvSpPr>
          <p:cNvPr id="435" name="Google Shape;435;p51"/>
          <p:cNvSpPr txBox="1">
            <a:spLocks noGrp="1"/>
          </p:cNvSpPr>
          <p:nvPr>
            <p:ph type="body" idx="1"/>
          </p:nvPr>
        </p:nvSpPr>
        <p:spPr>
          <a:xfrm>
            <a:off x="822959" y="1143000"/>
            <a:ext cx="7543801" cy="472609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0" bIns="45700" anchor="t" anchorCtr="0">
            <a:normAutofit/>
          </a:bodyPr>
          <a:lstStyle/>
          <a:p>
            <a:pPr marL="91440" lvl="0" indent="-12700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000"/>
              <a:buChar char=" "/>
            </a:pPr>
            <a:r>
              <a:rPr lang="en-AU"/>
              <a:t>Different kinds of functions are invoked in different ways: </a:t>
            </a:r>
            <a:endParaRPr/>
          </a:p>
          <a:p>
            <a:pPr marL="91440" lvl="0" indent="0" algn="l" rtl="0">
              <a:lnSpc>
                <a:spcPct val="90000"/>
              </a:lnSpc>
              <a:spcBef>
                <a:spcPts val="1400"/>
              </a:spcBef>
              <a:spcAft>
                <a:spcPts val="0"/>
              </a:spcAft>
              <a:buSzPts val="2000"/>
              <a:buNone/>
            </a:pPr>
            <a:endParaRPr/>
          </a:p>
          <a:p>
            <a:pPr marL="201168" lvl="1" indent="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None/>
            </a:pPr>
            <a:r>
              <a:rPr lang="en-AU"/>
              <a:t>select factorial(5); </a:t>
            </a:r>
            <a:endParaRPr/>
          </a:p>
          <a:p>
            <a:pPr marL="201168" lvl="1" indent="0" algn="l" rtl="0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SzPts val="1800"/>
              <a:buNone/>
            </a:pPr>
            <a:r>
              <a:rPr lang="en-AU"/>
              <a:t>	-- returns one integer </a:t>
            </a:r>
            <a:endParaRPr/>
          </a:p>
          <a:p>
            <a:pPr marL="201168" lvl="1" indent="0" algn="l" rtl="0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SzPts val="1800"/>
              <a:buNone/>
            </a:pPr>
            <a:r>
              <a:rPr lang="en-AU"/>
              <a:t>select EmployeeOfMonth('2008-04-01'); </a:t>
            </a:r>
            <a:endParaRPr/>
          </a:p>
          <a:p>
            <a:pPr marL="201168" lvl="1" indent="0" algn="l" rtl="0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SzPts val="1800"/>
              <a:buNone/>
            </a:pPr>
            <a:r>
              <a:rPr lang="en-AU"/>
              <a:t>	-- returns (x,y,z,...) </a:t>
            </a:r>
            <a:endParaRPr/>
          </a:p>
          <a:p>
            <a:pPr marL="201168" lvl="1" indent="0" algn="l" rtl="0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SzPts val="1800"/>
              <a:buNone/>
            </a:pPr>
            <a:endParaRPr/>
          </a:p>
          <a:p>
            <a:pPr marL="201168" lvl="1" indent="0" algn="l" rtl="0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SzPts val="1800"/>
              <a:buNone/>
            </a:pPr>
            <a:r>
              <a:rPr lang="en-AU"/>
              <a:t>select * from EmployeeOfMonth('2008-04-01'); </a:t>
            </a:r>
            <a:endParaRPr/>
          </a:p>
          <a:p>
            <a:pPr marL="201168" lvl="1" indent="0" algn="l" rtl="0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SzPts val="1800"/>
              <a:buNone/>
            </a:pPr>
            <a:r>
              <a:rPr lang="en-AU"/>
              <a:t>	-- one-row table </a:t>
            </a:r>
            <a:endParaRPr/>
          </a:p>
          <a:p>
            <a:pPr marL="201168" lvl="1" indent="0" algn="l" rtl="0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SzPts val="1800"/>
              <a:buNone/>
            </a:pPr>
            <a:r>
              <a:rPr lang="en-AU"/>
              <a:t>select * from allSalaries(); </a:t>
            </a:r>
            <a:endParaRPr/>
          </a:p>
          <a:p>
            <a:pPr marL="201168" lvl="1" indent="0" algn="l" rtl="0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SzPts val="1800"/>
              <a:buNone/>
            </a:pPr>
            <a:r>
              <a:rPr lang="en-AU"/>
              <a:t>	-- single-column table </a:t>
            </a:r>
            <a:endParaRPr/>
          </a:p>
          <a:p>
            <a:pPr marL="201168" lvl="1" indent="0" algn="l" rtl="0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SzPts val="1800"/>
              <a:buNone/>
            </a:pPr>
            <a:r>
              <a:rPr lang="en-AU"/>
              <a:t>select * from OlderEmployees(); </a:t>
            </a:r>
            <a:endParaRPr/>
          </a:p>
          <a:p>
            <a:pPr marL="201168" lvl="1" indent="0" algn="l" rtl="0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SzPts val="1800"/>
              <a:buNone/>
            </a:pPr>
            <a:r>
              <a:rPr lang="en-AU"/>
              <a:t>	-- subset of Employees</a:t>
            </a:r>
            <a:endParaRPr/>
          </a:p>
        </p:txBody>
      </p:sp>
      <p:sp>
        <p:nvSpPr>
          <p:cNvPr id="436" name="Google Shape;436;p51"/>
          <p:cNvSpPr txBox="1">
            <a:spLocks noGrp="1"/>
          </p:cNvSpPr>
          <p:nvPr>
            <p:ph type="sldNum" idx="12"/>
          </p:nvPr>
        </p:nvSpPr>
        <p:spPr>
          <a:xfrm>
            <a:off x="7425344" y="6459786"/>
            <a:ext cx="984019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AU"/>
              <a:t>37</a:t>
            </a:fld>
            <a:endParaRPr/>
          </a:p>
        </p:txBody>
      </p:sp>
      <p:sp>
        <p:nvSpPr>
          <p:cNvPr id="437" name="Google Shape;437;p51"/>
          <p:cNvSpPr/>
          <p:nvPr/>
        </p:nvSpPr>
        <p:spPr>
          <a:xfrm>
            <a:off x="794056" y="1752600"/>
            <a:ext cx="4800600" cy="1524000"/>
          </a:xfrm>
          <a:prstGeom prst="rect">
            <a:avLst/>
          </a:prstGeom>
          <a:noFill/>
          <a:ln w="9525" cap="flat" cmpd="sng">
            <a:solidFill>
              <a:schemeClr val="accen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accen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438" name="Google Shape;438;p51"/>
          <p:cNvSpPr/>
          <p:nvPr/>
        </p:nvSpPr>
        <p:spPr>
          <a:xfrm>
            <a:off x="804566" y="3429000"/>
            <a:ext cx="4800600" cy="2133600"/>
          </a:xfrm>
          <a:prstGeom prst="rect">
            <a:avLst/>
          </a:prstGeom>
          <a:noFill/>
          <a:ln w="9525" cap="flat" cmpd="sng">
            <a:solidFill>
              <a:schemeClr val="accen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accen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4" name="Google Shape;444;p52"/>
          <p:cNvSpPr txBox="1">
            <a:spLocks noGrp="1"/>
          </p:cNvSpPr>
          <p:nvPr>
            <p:ph type="title"/>
          </p:nvPr>
        </p:nvSpPr>
        <p:spPr>
          <a:xfrm>
            <a:off x="822960" y="286605"/>
            <a:ext cx="7543800" cy="70399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 fontScale="90000"/>
          </a:bodyPr>
          <a:lstStyle/>
          <a:p>
            <a:pPr marL="0" lvl="0" indent="0" algn="l" rtl="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rgbClr val="3F3F3F"/>
              </a:buClr>
              <a:buSzPct val="100000"/>
              <a:buFont typeface="Times New Roman"/>
              <a:buNone/>
            </a:pPr>
            <a:r>
              <a:rPr lang="en-AU"/>
              <a:t>Using PL/pgSQL Functions</a:t>
            </a:r>
            <a:endParaRPr/>
          </a:p>
        </p:txBody>
      </p:sp>
      <p:sp>
        <p:nvSpPr>
          <p:cNvPr id="445" name="Google Shape;445;p52"/>
          <p:cNvSpPr txBox="1">
            <a:spLocks noGrp="1"/>
          </p:cNvSpPr>
          <p:nvPr>
            <p:ph type="body" idx="1"/>
          </p:nvPr>
        </p:nvSpPr>
        <p:spPr>
          <a:xfrm>
            <a:off x="822959" y="1143000"/>
            <a:ext cx="7543801" cy="472609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0" bIns="45700" anchor="t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</a:pPr>
            <a:r>
              <a:rPr lang="en-AU"/>
              <a:t>PLpgSQL functions can be invoked in several ways:</a:t>
            </a:r>
            <a:endParaRPr/>
          </a:p>
          <a:p>
            <a:pPr marL="0" lvl="0" indent="0" algn="l" rtl="0">
              <a:lnSpc>
                <a:spcPct val="90000"/>
              </a:lnSpc>
              <a:spcBef>
                <a:spcPts val="1400"/>
              </a:spcBef>
              <a:spcAft>
                <a:spcPts val="0"/>
              </a:spcAft>
              <a:buSzPts val="2000"/>
              <a:buNone/>
            </a:pPr>
            <a:endParaRPr/>
          </a:p>
          <a:p>
            <a:pPr marL="201168" lvl="1" indent="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2000"/>
              <a:buNone/>
            </a:pPr>
            <a:r>
              <a:rPr lang="en-AU" sz="2000"/>
              <a:t>as part of a SELECT statement</a:t>
            </a:r>
            <a:endParaRPr/>
          </a:p>
          <a:p>
            <a:pPr marL="384048" lvl="2" indent="0" algn="l" rtl="0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SzPts val="2000"/>
              <a:buNone/>
            </a:pPr>
            <a:r>
              <a:rPr lang="en-AU" sz="2000"/>
              <a:t>select myFunction ( arg1 , arg2 );</a:t>
            </a:r>
            <a:endParaRPr/>
          </a:p>
          <a:p>
            <a:pPr marL="384048" lvl="2" indent="0" algn="l" rtl="0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SzPts val="2000"/>
              <a:buNone/>
            </a:pPr>
            <a:r>
              <a:rPr lang="en-AU" sz="2000"/>
              <a:t>select * from myTableFunction ( arg1 , arg2 );</a:t>
            </a:r>
            <a:br>
              <a:rPr lang="en-AU" sz="2000"/>
            </a:br>
            <a:endParaRPr sz="2000"/>
          </a:p>
          <a:p>
            <a:pPr marL="201168" lvl="1" indent="0" algn="l" rtl="0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SzPts val="2000"/>
              <a:buNone/>
            </a:pPr>
            <a:r>
              <a:rPr lang="en-AU" sz="2000"/>
              <a:t>as part of the execution of another PLpgSQL function</a:t>
            </a:r>
            <a:endParaRPr/>
          </a:p>
          <a:p>
            <a:pPr marL="384048" lvl="2" indent="0" algn="l" rtl="0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SzPts val="2000"/>
              <a:buNone/>
            </a:pPr>
            <a:r>
              <a:rPr lang="en-AU" sz="2000"/>
              <a:t>PERFORM myVoidFunction ( arg1 , arg2 );</a:t>
            </a:r>
            <a:endParaRPr/>
          </a:p>
          <a:p>
            <a:pPr marL="384048" lvl="2" indent="0" algn="l" rtl="0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SzPts val="2000"/>
              <a:buNone/>
            </a:pPr>
            <a:r>
              <a:rPr lang="en-AU" sz="2000"/>
              <a:t>result := myOtherFunction ( arg1 );</a:t>
            </a:r>
            <a:br>
              <a:rPr lang="en-AU" sz="2000"/>
            </a:br>
            <a:endParaRPr sz="2000"/>
          </a:p>
          <a:p>
            <a:pPr marL="201168" lvl="1" indent="0" algn="l" rtl="0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SzPts val="2000"/>
              <a:buNone/>
            </a:pPr>
            <a:r>
              <a:rPr lang="en-AU" sz="2000"/>
              <a:t>automatically, via an insert/delete/update trigger</a:t>
            </a:r>
            <a:endParaRPr/>
          </a:p>
          <a:p>
            <a:pPr marL="384048" lvl="2" indent="0" algn="l" rtl="0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SzPts val="2000"/>
              <a:buNone/>
            </a:pPr>
            <a:r>
              <a:rPr lang="en-AU" sz="2000"/>
              <a:t>create trigger T before update on R</a:t>
            </a:r>
            <a:endParaRPr/>
          </a:p>
          <a:p>
            <a:pPr marL="384048" lvl="2" indent="0" algn="l" rtl="0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SzPts val="2000"/>
              <a:buNone/>
            </a:pPr>
            <a:r>
              <a:rPr lang="en-AU" sz="2000"/>
              <a:t>for each row execute procedure myCheck ();</a:t>
            </a:r>
            <a:endParaRPr/>
          </a:p>
        </p:txBody>
      </p:sp>
      <p:sp>
        <p:nvSpPr>
          <p:cNvPr id="446" name="Google Shape;446;p52"/>
          <p:cNvSpPr txBox="1">
            <a:spLocks noGrp="1"/>
          </p:cNvSpPr>
          <p:nvPr>
            <p:ph type="sldNum" idx="12"/>
          </p:nvPr>
        </p:nvSpPr>
        <p:spPr>
          <a:xfrm>
            <a:off x="7425344" y="6459786"/>
            <a:ext cx="984019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AU"/>
              <a:t>38</a:t>
            </a:fld>
            <a:endParaRPr/>
          </a:p>
        </p:txBody>
      </p:sp>
      <p:sp>
        <p:nvSpPr>
          <p:cNvPr id="447" name="Google Shape;447;p52"/>
          <p:cNvSpPr/>
          <p:nvPr/>
        </p:nvSpPr>
        <p:spPr>
          <a:xfrm>
            <a:off x="828214" y="2286000"/>
            <a:ext cx="6029786" cy="762000"/>
          </a:xfrm>
          <a:prstGeom prst="rect">
            <a:avLst/>
          </a:prstGeom>
          <a:noFill/>
          <a:ln w="9525" cap="flat" cmpd="sng">
            <a:solidFill>
              <a:schemeClr val="accen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accen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448" name="Google Shape;448;p52"/>
          <p:cNvSpPr/>
          <p:nvPr/>
        </p:nvSpPr>
        <p:spPr>
          <a:xfrm>
            <a:off x="828214" y="3581400"/>
            <a:ext cx="6029786" cy="762000"/>
          </a:xfrm>
          <a:prstGeom prst="rect">
            <a:avLst/>
          </a:prstGeom>
          <a:noFill/>
          <a:ln w="9525" cap="flat" cmpd="sng">
            <a:solidFill>
              <a:schemeClr val="accen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accen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449" name="Google Shape;449;p52"/>
          <p:cNvSpPr/>
          <p:nvPr/>
        </p:nvSpPr>
        <p:spPr>
          <a:xfrm>
            <a:off x="828214" y="4947745"/>
            <a:ext cx="6029786" cy="762000"/>
          </a:xfrm>
          <a:prstGeom prst="rect">
            <a:avLst/>
          </a:prstGeom>
          <a:noFill/>
          <a:ln w="9525" cap="flat" cmpd="sng">
            <a:solidFill>
              <a:schemeClr val="accen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accen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4" name="Google Shape;454;p53"/>
          <p:cNvSpPr txBox="1">
            <a:spLocks noGrp="1"/>
          </p:cNvSpPr>
          <p:nvPr>
            <p:ph type="title"/>
          </p:nvPr>
        </p:nvSpPr>
        <p:spPr>
          <a:xfrm>
            <a:off x="822960" y="286605"/>
            <a:ext cx="7543800" cy="70399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 fontScale="90000"/>
          </a:bodyPr>
          <a:lstStyle/>
          <a:p>
            <a:pPr marL="0" lvl="0" indent="0" algn="l" rtl="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rgbClr val="3F3F3F"/>
              </a:buClr>
              <a:buSzPct val="266666"/>
              <a:buFont typeface="Times New Roman"/>
              <a:buNone/>
            </a:pPr>
            <a:r>
              <a:rPr lang="en-AU"/>
              <a:t>Declaring Data Types</a:t>
            </a:r>
            <a:endParaRPr sz="1800"/>
          </a:p>
        </p:txBody>
      </p:sp>
      <p:sp>
        <p:nvSpPr>
          <p:cNvPr id="455" name="Google Shape;455;p53"/>
          <p:cNvSpPr txBox="1">
            <a:spLocks noGrp="1"/>
          </p:cNvSpPr>
          <p:nvPr>
            <p:ph type="body" idx="1"/>
          </p:nvPr>
        </p:nvSpPr>
        <p:spPr>
          <a:xfrm>
            <a:off x="762000" y="1066800"/>
            <a:ext cx="82296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0" bIns="45700" anchor="t" anchorCtr="0">
            <a:normAutofit/>
          </a:bodyPr>
          <a:lstStyle/>
          <a:p>
            <a:pPr marL="91440" lvl="0" indent="-127000" algn="l" rtl="0">
              <a:lnSpc>
                <a:spcPct val="170000"/>
              </a:lnSpc>
              <a:spcBef>
                <a:spcPts val="0"/>
              </a:spcBef>
              <a:spcAft>
                <a:spcPts val="0"/>
              </a:spcAft>
              <a:buSzPts val="2000"/>
              <a:buChar char=" "/>
            </a:pPr>
            <a:r>
              <a:rPr lang="en-AU"/>
              <a:t>Variables can also be defined in terms of:</a:t>
            </a:r>
            <a:endParaRPr/>
          </a:p>
          <a:p>
            <a:pPr marL="384048" lvl="1" indent="-182880" algn="l" rtl="0">
              <a:lnSpc>
                <a:spcPct val="170000"/>
              </a:lnSpc>
              <a:spcBef>
                <a:spcPts val="400"/>
              </a:spcBef>
              <a:spcAft>
                <a:spcPts val="0"/>
              </a:spcAft>
              <a:buSzPts val="1800"/>
              <a:buChar char="◦"/>
            </a:pPr>
            <a:r>
              <a:rPr lang="en-AU"/>
              <a:t>the type of an existing variable or table column</a:t>
            </a:r>
            <a:endParaRPr/>
          </a:p>
          <a:p>
            <a:pPr marL="384048" lvl="1" indent="-182880" algn="l" rtl="0">
              <a:lnSpc>
                <a:spcPct val="170000"/>
              </a:lnSpc>
              <a:spcBef>
                <a:spcPts val="600"/>
              </a:spcBef>
              <a:spcAft>
                <a:spcPts val="0"/>
              </a:spcAft>
              <a:buSzPts val="1800"/>
              <a:buChar char="◦"/>
            </a:pPr>
            <a:r>
              <a:rPr lang="en-AU"/>
              <a:t>the type of an existing table row (implicit RECORD type)</a:t>
            </a:r>
            <a:endParaRPr/>
          </a:p>
        </p:txBody>
      </p:sp>
      <p:sp>
        <p:nvSpPr>
          <p:cNvPr id="456" name="Google Shape;456;p53"/>
          <p:cNvSpPr txBox="1">
            <a:spLocks noGrp="1"/>
          </p:cNvSpPr>
          <p:nvPr>
            <p:ph type="sldNum" idx="12"/>
          </p:nvPr>
        </p:nvSpPr>
        <p:spPr>
          <a:xfrm>
            <a:off x="7425344" y="6459786"/>
            <a:ext cx="984019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AU"/>
              <a:t>39</a:t>
            </a:fld>
            <a:endParaRPr/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2" name="Google Shape;462;p54"/>
          <p:cNvSpPr txBox="1">
            <a:spLocks noGrp="1"/>
          </p:cNvSpPr>
          <p:nvPr>
            <p:ph type="title"/>
          </p:nvPr>
        </p:nvSpPr>
        <p:spPr>
          <a:xfrm>
            <a:off x="822960" y="286605"/>
            <a:ext cx="7543800" cy="70399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 fontScale="90000"/>
          </a:bodyPr>
          <a:lstStyle/>
          <a:p>
            <a:pPr marL="0" lvl="0" indent="0" algn="l" rtl="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rgbClr val="3F3F3F"/>
              </a:buClr>
              <a:buSzPct val="100000"/>
              <a:buFont typeface="Times New Roman"/>
              <a:buNone/>
            </a:pPr>
            <a:r>
              <a:rPr lang="en-AU"/>
              <a:t>Declaring Data Types</a:t>
            </a:r>
            <a:endParaRPr/>
          </a:p>
        </p:txBody>
      </p:sp>
      <p:sp>
        <p:nvSpPr>
          <p:cNvPr id="463" name="Google Shape;463;p54"/>
          <p:cNvSpPr txBox="1">
            <a:spLocks noGrp="1"/>
          </p:cNvSpPr>
          <p:nvPr>
            <p:ph type="body" idx="1"/>
          </p:nvPr>
        </p:nvSpPr>
        <p:spPr>
          <a:xfrm>
            <a:off x="822959" y="1143000"/>
            <a:ext cx="7543801" cy="472609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0" bIns="45700" anchor="t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</a:pPr>
            <a:r>
              <a:rPr lang="en-AU"/>
              <a:t>The variable of a composite type is called a row-type variable. </a:t>
            </a:r>
            <a:br>
              <a:rPr lang="en-AU"/>
            </a:br>
            <a:r>
              <a:rPr lang="en-AU"/>
              <a:t>A row-type variable can hold one row from a SELECT query result. </a:t>
            </a:r>
            <a:endParaRPr/>
          </a:p>
          <a:p>
            <a:pPr marL="0" lvl="0" indent="0" algn="l" rtl="0">
              <a:lnSpc>
                <a:spcPct val="90000"/>
              </a:lnSpc>
              <a:spcBef>
                <a:spcPts val="1400"/>
              </a:spcBef>
              <a:spcAft>
                <a:spcPts val="0"/>
              </a:spcAft>
              <a:buSzPts val="2000"/>
              <a:buNone/>
            </a:pPr>
            <a:r>
              <a:rPr lang="en-AU"/>
              <a:t>You can declare a variable to have the same type as a row from an table using &lt;table_name&gt;</a:t>
            </a:r>
            <a:r>
              <a:rPr lang="en-AU" b="1" i="1"/>
              <a:t>%ROWTYPE</a:t>
            </a:r>
            <a:r>
              <a:rPr lang="en-AU"/>
              <a:t>, e.g.</a:t>
            </a:r>
            <a:endParaRPr/>
          </a:p>
          <a:p>
            <a:pPr marL="0" lvl="0" indent="0" algn="l" rtl="0">
              <a:lnSpc>
                <a:spcPct val="90000"/>
              </a:lnSpc>
              <a:spcBef>
                <a:spcPts val="1400"/>
              </a:spcBef>
              <a:spcAft>
                <a:spcPts val="0"/>
              </a:spcAft>
              <a:buSzPts val="2000"/>
              <a:buNone/>
            </a:pPr>
            <a:endParaRPr/>
          </a:p>
          <a:p>
            <a:pPr marL="201168" lvl="1" indent="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None/>
            </a:pPr>
            <a:r>
              <a:rPr lang="en-AU"/>
              <a:t>account Accounts</a:t>
            </a:r>
            <a:r>
              <a:rPr lang="en-AU" b="1"/>
              <a:t>%ROWTYPE </a:t>
            </a:r>
            <a:r>
              <a:rPr lang="en-AU"/>
              <a:t>;</a:t>
            </a:r>
            <a:endParaRPr/>
          </a:p>
          <a:p>
            <a:pPr marL="0" lvl="0" indent="0" algn="l" rtl="0">
              <a:lnSpc>
                <a:spcPct val="90000"/>
              </a:lnSpc>
              <a:spcBef>
                <a:spcPts val="1600"/>
              </a:spcBef>
              <a:spcAft>
                <a:spcPts val="0"/>
              </a:spcAft>
              <a:buSzPts val="2000"/>
              <a:buNone/>
            </a:pPr>
            <a:endParaRPr/>
          </a:p>
          <a:p>
            <a:pPr marL="0" lvl="0" indent="0" algn="l" rtl="0">
              <a:lnSpc>
                <a:spcPct val="90000"/>
              </a:lnSpc>
              <a:spcBef>
                <a:spcPts val="1400"/>
              </a:spcBef>
              <a:spcAft>
                <a:spcPts val="0"/>
              </a:spcAft>
              <a:buSzPts val="2000"/>
              <a:buNone/>
            </a:pPr>
            <a:r>
              <a:rPr lang="en-AU"/>
              <a:t>You may also refer to an attributes type using and specifying &lt;table_name&gt;</a:t>
            </a:r>
            <a:r>
              <a:rPr lang="en-AU" b="1" i="1"/>
              <a:t>.</a:t>
            </a:r>
            <a:r>
              <a:rPr lang="en-AU"/>
              <a:t> &lt;column_name&gt;</a:t>
            </a:r>
            <a:r>
              <a:rPr lang="en-AU" b="1" i="1"/>
              <a:t>%TYPE</a:t>
            </a:r>
            <a:r>
              <a:rPr lang="en-AU"/>
              <a:t>, e.g.</a:t>
            </a:r>
            <a:br>
              <a:rPr lang="en-AU"/>
            </a:br>
            <a:endParaRPr/>
          </a:p>
          <a:p>
            <a:pPr marL="201168" lvl="1" indent="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None/>
            </a:pPr>
            <a:r>
              <a:rPr lang="en-AU"/>
              <a:t>account.branchName</a:t>
            </a:r>
            <a:r>
              <a:rPr lang="en-AU" b="1"/>
              <a:t>%TYPE</a:t>
            </a:r>
            <a:endParaRPr b="1"/>
          </a:p>
        </p:txBody>
      </p:sp>
      <p:sp>
        <p:nvSpPr>
          <p:cNvPr id="464" name="Google Shape;464;p54"/>
          <p:cNvSpPr txBox="1">
            <a:spLocks noGrp="1"/>
          </p:cNvSpPr>
          <p:nvPr>
            <p:ph type="sldNum" idx="12"/>
          </p:nvPr>
        </p:nvSpPr>
        <p:spPr>
          <a:xfrm>
            <a:off x="7425344" y="6459786"/>
            <a:ext cx="984019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AU"/>
              <a:t>40</a:t>
            </a:fld>
            <a:endParaRPr/>
          </a:p>
        </p:txBody>
      </p:sp>
      <p:sp>
        <p:nvSpPr>
          <p:cNvPr id="465" name="Google Shape;465;p54"/>
          <p:cNvSpPr/>
          <p:nvPr/>
        </p:nvSpPr>
        <p:spPr>
          <a:xfrm>
            <a:off x="822959" y="2817704"/>
            <a:ext cx="3672841" cy="533400"/>
          </a:xfrm>
          <a:prstGeom prst="rect">
            <a:avLst/>
          </a:prstGeom>
          <a:noFill/>
          <a:ln w="9525" cap="flat" cmpd="sng">
            <a:solidFill>
              <a:schemeClr val="accen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accen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466" name="Google Shape;466;p54"/>
          <p:cNvSpPr/>
          <p:nvPr/>
        </p:nvSpPr>
        <p:spPr>
          <a:xfrm>
            <a:off x="777240" y="4648200"/>
            <a:ext cx="3672841" cy="533400"/>
          </a:xfrm>
          <a:prstGeom prst="rect">
            <a:avLst/>
          </a:prstGeom>
          <a:noFill/>
          <a:ln w="9525" cap="flat" cmpd="sng">
            <a:solidFill>
              <a:schemeClr val="accen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accen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1" name="Google Shape;471;p55"/>
          <p:cNvSpPr txBox="1">
            <a:spLocks noGrp="1"/>
          </p:cNvSpPr>
          <p:nvPr>
            <p:ph type="title"/>
          </p:nvPr>
        </p:nvSpPr>
        <p:spPr>
          <a:xfrm>
            <a:off x="822960" y="286605"/>
            <a:ext cx="7543800" cy="70399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 fontScale="90000"/>
          </a:bodyPr>
          <a:lstStyle/>
          <a:p>
            <a:pPr marL="0" lvl="0" indent="0" algn="l" rtl="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rgbClr val="3F3F3F"/>
              </a:buClr>
              <a:buSzPct val="100000"/>
              <a:buFont typeface="Times New Roman"/>
              <a:buNone/>
            </a:pPr>
            <a:r>
              <a:rPr lang="en-AU"/>
              <a:t>Declaring Data Types</a:t>
            </a:r>
            <a:endParaRPr/>
          </a:p>
        </p:txBody>
      </p:sp>
      <p:sp>
        <p:nvSpPr>
          <p:cNvPr id="472" name="Google Shape;472;p55"/>
          <p:cNvSpPr txBox="1">
            <a:spLocks noGrp="1"/>
          </p:cNvSpPr>
          <p:nvPr>
            <p:ph type="body" idx="1"/>
          </p:nvPr>
        </p:nvSpPr>
        <p:spPr>
          <a:xfrm>
            <a:off x="822959" y="1143000"/>
            <a:ext cx="7543801" cy="472609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0" bIns="45700" anchor="t" anchorCtr="0">
            <a:normAutofit/>
          </a:bodyPr>
          <a:lstStyle/>
          <a:p>
            <a:pPr marL="91440" lvl="0" indent="-1270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Char char=" "/>
            </a:pPr>
            <a:r>
              <a:rPr lang="en-AU"/>
              <a:t>Examples of declaring data types (in a pl/pgsql function)</a:t>
            </a:r>
            <a:endParaRPr/>
          </a:p>
          <a:p>
            <a:pPr marL="742950" lvl="1" indent="-285750" algn="l" rtl="0">
              <a:lnSpc>
                <a:spcPct val="150000"/>
              </a:lnSpc>
              <a:spcBef>
                <a:spcPts val="400"/>
              </a:spcBef>
              <a:spcAft>
                <a:spcPts val="0"/>
              </a:spcAft>
              <a:buSzPts val="1800"/>
              <a:buChar char="◦"/>
            </a:pPr>
            <a:r>
              <a:rPr lang="en-AU"/>
              <a:t>quantity INTEGER ;</a:t>
            </a:r>
            <a:endParaRPr/>
          </a:p>
          <a:p>
            <a:pPr marL="742950" lvl="1" indent="-285750" algn="l" rtl="0">
              <a:lnSpc>
                <a:spcPct val="150000"/>
              </a:lnSpc>
              <a:spcBef>
                <a:spcPts val="600"/>
              </a:spcBef>
              <a:spcAft>
                <a:spcPts val="0"/>
              </a:spcAft>
              <a:buSzPts val="1800"/>
              <a:buChar char="◦"/>
            </a:pPr>
            <a:r>
              <a:rPr lang="en-AU"/>
              <a:t>start_quantity quantity%TYPE ;</a:t>
            </a:r>
            <a:endParaRPr/>
          </a:p>
          <a:p>
            <a:pPr marL="742950" lvl="1" indent="-285750" algn="l" rtl="0">
              <a:lnSpc>
                <a:spcPct val="150000"/>
              </a:lnSpc>
              <a:spcBef>
                <a:spcPts val="600"/>
              </a:spcBef>
              <a:spcAft>
                <a:spcPts val="0"/>
              </a:spcAft>
              <a:buSzPts val="1800"/>
              <a:buChar char="◦"/>
            </a:pPr>
            <a:r>
              <a:rPr lang="en-AU"/>
              <a:t>employee Employees%ROWTYPE ;</a:t>
            </a:r>
            <a:endParaRPr/>
          </a:p>
          <a:p>
            <a:pPr marL="742950" lvl="1" indent="-285750" algn="l" rtl="0">
              <a:lnSpc>
                <a:spcPct val="150000"/>
              </a:lnSpc>
              <a:spcBef>
                <a:spcPts val="600"/>
              </a:spcBef>
              <a:spcAft>
                <a:spcPts val="0"/>
              </a:spcAft>
              <a:buSzPts val="1800"/>
              <a:buChar char="◦"/>
            </a:pPr>
            <a:r>
              <a:rPr lang="en-AU"/>
              <a:t>name Employees.name%TYPE ;</a:t>
            </a:r>
            <a:endParaRPr/>
          </a:p>
          <a:p>
            <a:pPr marL="91440" lvl="0" indent="0" algn="l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2000"/>
              <a:buNone/>
            </a:pPr>
            <a:endParaRPr/>
          </a:p>
        </p:txBody>
      </p:sp>
      <p:sp>
        <p:nvSpPr>
          <p:cNvPr id="473" name="Google Shape;473;p55"/>
          <p:cNvSpPr txBox="1">
            <a:spLocks noGrp="1"/>
          </p:cNvSpPr>
          <p:nvPr>
            <p:ph type="sldNum" idx="12"/>
          </p:nvPr>
        </p:nvSpPr>
        <p:spPr>
          <a:xfrm>
            <a:off x="7425344" y="6459786"/>
            <a:ext cx="984019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AU"/>
              <a:t>41</a:t>
            </a:fld>
            <a:endParaRPr/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8" name="Google Shape;478;p56"/>
          <p:cNvSpPr/>
          <p:nvPr/>
        </p:nvSpPr>
        <p:spPr>
          <a:xfrm>
            <a:off x="777240" y="1027387"/>
            <a:ext cx="4480560" cy="764627"/>
          </a:xfrm>
          <a:prstGeom prst="rect">
            <a:avLst/>
          </a:prstGeom>
          <a:solidFill>
            <a:schemeClr val="accent2">
              <a:alpha val="49803"/>
            </a:schemeClr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479" name="Google Shape;479;p56"/>
          <p:cNvSpPr/>
          <p:nvPr/>
        </p:nvSpPr>
        <p:spPr>
          <a:xfrm>
            <a:off x="777240" y="3312920"/>
            <a:ext cx="4632960" cy="1295400"/>
          </a:xfrm>
          <a:prstGeom prst="rect">
            <a:avLst/>
          </a:prstGeom>
          <a:solidFill>
            <a:schemeClr val="accent2">
              <a:alpha val="49803"/>
            </a:schemeClr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480" name="Google Shape;480;p56"/>
          <p:cNvSpPr txBox="1">
            <a:spLocks noGrp="1"/>
          </p:cNvSpPr>
          <p:nvPr>
            <p:ph type="title"/>
          </p:nvPr>
        </p:nvSpPr>
        <p:spPr>
          <a:xfrm>
            <a:off x="822960" y="286605"/>
            <a:ext cx="7543800" cy="70399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 fontScale="90000"/>
          </a:bodyPr>
          <a:lstStyle/>
          <a:p>
            <a:pPr marL="0" lvl="0" indent="0" algn="l" rtl="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rgbClr val="3F3F3F"/>
              </a:buClr>
              <a:buSzPct val="100000"/>
              <a:buFont typeface="Times New Roman"/>
              <a:buNone/>
            </a:pPr>
            <a:r>
              <a:rPr lang="en-AU"/>
              <a:t>Control Structures in Pl/pgsql</a:t>
            </a:r>
            <a:endParaRPr/>
          </a:p>
        </p:txBody>
      </p:sp>
      <p:sp>
        <p:nvSpPr>
          <p:cNvPr id="481" name="Google Shape;481;p56"/>
          <p:cNvSpPr txBox="1">
            <a:spLocks noGrp="1"/>
          </p:cNvSpPr>
          <p:nvPr>
            <p:ph type="body" idx="1"/>
          </p:nvPr>
        </p:nvSpPr>
        <p:spPr>
          <a:xfrm>
            <a:off x="822959" y="1143000"/>
            <a:ext cx="7543801" cy="472609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0" bIns="45700" anchor="t" anchorCtr="0">
            <a:normAutofit/>
          </a:bodyPr>
          <a:lstStyle/>
          <a:p>
            <a:pPr marL="91440" lvl="0" indent="-12700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000"/>
              <a:buChar char=" "/>
            </a:pPr>
            <a:r>
              <a:rPr lang="en-AU" b="1" i="1"/>
              <a:t>Assignment</a:t>
            </a:r>
            <a:endParaRPr b="1" i="1"/>
          </a:p>
          <a:p>
            <a:pPr marL="384048" lvl="1" indent="-18288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◦"/>
            </a:pPr>
            <a:r>
              <a:rPr lang="en-AU"/>
              <a:t>variable := expression;</a:t>
            </a:r>
            <a:endParaRPr/>
          </a:p>
          <a:p>
            <a:pPr marL="91440" lvl="0" indent="-127000" algn="l" rtl="0">
              <a:lnSpc>
                <a:spcPct val="90000"/>
              </a:lnSpc>
              <a:spcBef>
                <a:spcPts val="1600"/>
              </a:spcBef>
              <a:spcAft>
                <a:spcPts val="0"/>
              </a:spcAft>
              <a:buSzPts val="2000"/>
              <a:buChar char=" "/>
            </a:pPr>
            <a:r>
              <a:rPr lang="en-AU"/>
              <a:t>Example:</a:t>
            </a:r>
            <a:endParaRPr/>
          </a:p>
          <a:p>
            <a:pPr marL="457200" lvl="1" indent="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None/>
            </a:pPr>
            <a:r>
              <a:rPr lang="en-AU"/>
              <a:t>tax := subtotal * 0.06; </a:t>
            </a:r>
            <a:endParaRPr/>
          </a:p>
          <a:p>
            <a:pPr marL="457200" lvl="1" indent="0" algn="l" rtl="0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SzPts val="1800"/>
              <a:buNone/>
            </a:pPr>
            <a:r>
              <a:rPr lang="en-AU"/>
              <a:t>my_record.user_id := 20;</a:t>
            </a:r>
            <a:endParaRPr/>
          </a:p>
          <a:p>
            <a:pPr marL="457200" lvl="1" indent="0" algn="l" rtl="0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SzPts val="1800"/>
              <a:buNone/>
            </a:pPr>
            <a:endParaRPr/>
          </a:p>
          <a:p>
            <a:pPr marL="91440" lvl="0" indent="-127000" algn="l" rtl="0">
              <a:lnSpc>
                <a:spcPct val="90000"/>
              </a:lnSpc>
              <a:spcBef>
                <a:spcPts val="1600"/>
              </a:spcBef>
              <a:spcAft>
                <a:spcPts val="0"/>
              </a:spcAft>
              <a:buSzPts val="2000"/>
              <a:buChar char=" "/>
            </a:pPr>
            <a:r>
              <a:rPr lang="en-AU" b="1" i="1"/>
              <a:t>Conditionals</a:t>
            </a:r>
            <a:endParaRPr/>
          </a:p>
          <a:p>
            <a:pPr marL="384048" lvl="1" indent="-18288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◦"/>
            </a:pPr>
            <a:r>
              <a:rPr lang="en-AU"/>
              <a:t>IF ... THEN</a:t>
            </a:r>
            <a:endParaRPr/>
          </a:p>
          <a:p>
            <a:pPr marL="384048" lvl="1" indent="-182880" algn="l" rtl="0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SzPts val="1800"/>
              <a:buChar char="◦"/>
            </a:pPr>
            <a:r>
              <a:rPr lang="en-AU"/>
              <a:t>IF ... THEN ... ELSE</a:t>
            </a:r>
            <a:endParaRPr/>
          </a:p>
          <a:p>
            <a:pPr marL="384048" lvl="1" indent="-182880" algn="l" rtl="0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SzPts val="1800"/>
              <a:buChar char="◦"/>
            </a:pPr>
            <a:r>
              <a:rPr lang="en-AU"/>
              <a:t>IF ... THEN ... ELSIF ... THEN ... ELSE</a:t>
            </a:r>
            <a:endParaRPr/>
          </a:p>
          <a:p>
            <a:pPr marL="91440" lvl="0" indent="-127000" algn="l" rtl="0">
              <a:lnSpc>
                <a:spcPct val="90000"/>
              </a:lnSpc>
              <a:spcBef>
                <a:spcPts val="1600"/>
              </a:spcBef>
              <a:spcAft>
                <a:spcPts val="0"/>
              </a:spcAft>
              <a:buSzPts val="2000"/>
              <a:buChar char=" "/>
            </a:pPr>
            <a:r>
              <a:rPr lang="en-AU"/>
              <a:t>Example</a:t>
            </a:r>
            <a:endParaRPr/>
          </a:p>
          <a:p>
            <a:pPr marL="457200" lvl="1" indent="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None/>
            </a:pPr>
            <a:r>
              <a:rPr lang="en-AU"/>
              <a:t>IF v_user_id &gt; 0 THEN </a:t>
            </a:r>
            <a:endParaRPr/>
          </a:p>
          <a:p>
            <a:pPr marL="457200" lvl="1" indent="0" algn="l" rtl="0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SzPts val="1800"/>
              <a:buNone/>
            </a:pPr>
            <a:r>
              <a:rPr lang="en-AU"/>
              <a:t>UPDATE users SET email = v_email WHERE user_id = v_user_id; END IF;</a:t>
            </a:r>
            <a:endParaRPr/>
          </a:p>
          <a:p>
            <a:pPr marL="91440" lvl="0" indent="0" algn="l" rtl="0">
              <a:lnSpc>
                <a:spcPct val="90000"/>
              </a:lnSpc>
              <a:spcBef>
                <a:spcPts val="1600"/>
              </a:spcBef>
              <a:spcAft>
                <a:spcPts val="0"/>
              </a:spcAft>
              <a:buSzPts val="2000"/>
              <a:buNone/>
            </a:pPr>
            <a:endParaRPr/>
          </a:p>
        </p:txBody>
      </p:sp>
      <p:sp>
        <p:nvSpPr>
          <p:cNvPr id="482" name="Google Shape;482;p56"/>
          <p:cNvSpPr txBox="1">
            <a:spLocks noGrp="1"/>
          </p:cNvSpPr>
          <p:nvPr>
            <p:ph type="sldNum" idx="12"/>
          </p:nvPr>
        </p:nvSpPr>
        <p:spPr>
          <a:xfrm>
            <a:off x="7425344" y="6459786"/>
            <a:ext cx="984019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AU"/>
              <a:t>42</a:t>
            </a:fld>
            <a:endParaRPr/>
          </a:p>
        </p:txBody>
      </p:sp>
      <p:sp>
        <p:nvSpPr>
          <p:cNvPr id="483" name="Google Shape;483;p56"/>
          <p:cNvSpPr/>
          <p:nvPr/>
        </p:nvSpPr>
        <p:spPr>
          <a:xfrm>
            <a:off x="780128" y="1828800"/>
            <a:ext cx="3825241" cy="1295400"/>
          </a:xfrm>
          <a:prstGeom prst="rect">
            <a:avLst/>
          </a:prstGeom>
          <a:noFill/>
          <a:ln w="9525" cap="flat" cmpd="sng">
            <a:solidFill>
              <a:schemeClr val="accen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accen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484" name="Google Shape;484;p56"/>
          <p:cNvSpPr/>
          <p:nvPr/>
        </p:nvSpPr>
        <p:spPr>
          <a:xfrm>
            <a:off x="822959" y="4726093"/>
            <a:ext cx="7787641" cy="1295400"/>
          </a:xfrm>
          <a:prstGeom prst="rect">
            <a:avLst/>
          </a:prstGeom>
          <a:noFill/>
          <a:ln w="9525" cap="flat" cmpd="sng">
            <a:solidFill>
              <a:schemeClr val="accen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accen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0" name="Google Shape;490;p57"/>
          <p:cNvSpPr/>
          <p:nvPr/>
        </p:nvSpPr>
        <p:spPr>
          <a:xfrm>
            <a:off x="990600" y="1695308"/>
            <a:ext cx="1905000" cy="1198598"/>
          </a:xfrm>
          <a:prstGeom prst="rect">
            <a:avLst/>
          </a:prstGeom>
          <a:solidFill>
            <a:schemeClr val="accent2">
              <a:alpha val="49803"/>
            </a:schemeClr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491" name="Google Shape;491;p57"/>
          <p:cNvSpPr txBox="1">
            <a:spLocks noGrp="1"/>
          </p:cNvSpPr>
          <p:nvPr>
            <p:ph type="title"/>
          </p:nvPr>
        </p:nvSpPr>
        <p:spPr>
          <a:xfrm>
            <a:off x="822960" y="286605"/>
            <a:ext cx="7543800" cy="70399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 fontScale="90000"/>
          </a:bodyPr>
          <a:lstStyle/>
          <a:p>
            <a:pPr marL="0" lvl="0" indent="0" algn="l" rtl="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rgbClr val="3F3F3F"/>
              </a:buClr>
              <a:buSzPct val="100000"/>
              <a:buFont typeface="Times New Roman"/>
              <a:buNone/>
            </a:pPr>
            <a:r>
              <a:rPr lang="en-AU"/>
              <a:t>Control Structures</a:t>
            </a:r>
            <a:r>
              <a:rPr lang="en-AU" sz="1800"/>
              <a:t>(cont.)</a:t>
            </a:r>
            <a:endParaRPr/>
          </a:p>
        </p:txBody>
      </p:sp>
      <p:sp>
        <p:nvSpPr>
          <p:cNvPr id="492" name="Google Shape;492;p57"/>
          <p:cNvSpPr txBox="1">
            <a:spLocks noGrp="1"/>
          </p:cNvSpPr>
          <p:nvPr>
            <p:ph type="body" idx="1"/>
          </p:nvPr>
        </p:nvSpPr>
        <p:spPr>
          <a:xfrm>
            <a:off x="822959" y="1143000"/>
            <a:ext cx="7543801" cy="472609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0" bIns="45700" anchor="t" anchorCtr="0">
            <a:normAutofit/>
          </a:bodyPr>
          <a:lstStyle/>
          <a:p>
            <a:pPr marL="91440" lvl="0" indent="-12700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SzPts val="2000"/>
              <a:buChar char=" "/>
            </a:pPr>
            <a:r>
              <a:rPr lang="en-AU" b="1" i="1"/>
              <a:t>Iteration</a:t>
            </a:r>
            <a:endParaRPr b="1" i="1"/>
          </a:p>
          <a:p>
            <a:pPr marL="457200" lvl="1" indent="0" algn="l" rtl="0">
              <a:lnSpc>
                <a:spcPct val="120000"/>
              </a:lnSpc>
              <a:spcBef>
                <a:spcPts val="400"/>
              </a:spcBef>
              <a:spcAft>
                <a:spcPts val="0"/>
              </a:spcAft>
              <a:buSzPts val="1800"/>
              <a:buNone/>
            </a:pPr>
            <a:r>
              <a:rPr lang="en-AU"/>
              <a:t>LOOP</a:t>
            </a:r>
            <a:endParaRPr/>
          </a:p>
          <a:p>
            <a:pPr marL="457200" lvl="1" indent="0" algn="l" rtl="0">
              <a:lnSpc>
                <a:spcPct val="120000"/>
              </a:lnSpc>
              <a:spcBef>
                <a:spcPts val="600"/>
              </a:spcBef>
              <a:spcAft>
                <a:spcPts val="0"/>
              </a:spcAft>
              <a:buSzPts val="1800"/>
              <a:buNone/>
            </a:pPr>
            <a:r>
              <a:rPr lang="en-AU"/>
              <a:t>	Statement </a:t>
            </a:r>
            <a:endParaRPr/>
          </a:p>
          <a:p>
            <a:pPr marL="457200" lvl="1" indent="0" algn="l" rtl="0">
              <a:lnSpc>
                <a:spcPct val="120000"/>
              </a:lnSpc>
              <a:spcBef>
                <a:spcPts val="600"/>
              </a:spcBef>
              <a:spcAft>
                <a:spcPts val="0"/>
              </a:spcAft>
              <a:buSzPts val="1800"/>
              <a:buNone/>
            </a:pPr>
            <a:r>
              <a:rPr lang="en-AU"/>
              <a:t>END LOOP ;</a:t>
            </a:r>
            <a:endParaRPr/>
          </a:p>
          <a:p>
            <a:pPr marL="91440" lvl="0" indent="-127000" algn="l" rtl="0">
              <a:lnSpc>
                <a:spcPct val="160000"/>
              </a:lnSpc>
              <a:spcBef>
                <a:spcPts val="1600"/>
              </a:spcBef>
              <a:spcAft>
                <a:spcPts val="0"/>
              </a:spcAft>
              <a:buSzPts val="2000"/>
              <a:buChar char=" "/>
            </a:pPr>
            <a:r>
              <a:rPr lang="en-AU"/>
              <a:t>Example</a:t>
            </a:r>
            <a:endParaRPr/>
          </a:p>
          <a:p>
            <a:pPr marL="457200" lvl="1" indent="0" algn="l" rtl="0">
              <a:lnSpc>
                <a:spcPct val="120000"/>
              </a:lnSpc>
              <a:spcBef>
                <a:spcPts val="400"/>
              </a:spcBef>
              <a:spcAft>
                <a:spcPts val="0"/>
              </a:spcAft>
              <a:buSzPts val="1800"/>
              <a:buNone/>
            </a:pPr>
            <a:r>
              <a:rPr lang="en-AU"/>
              <a:t>LOOP </a:t>
            </a:r>
            <a:endParaRPr/>
          </a:p>
          <a:p>
            <a:pPr marL="457200" lvl="1" indent="457200" algn="l" rtl="0">
              <a:lnSpc>
                <a:spcPct val="120000"/>
              </a:lnSpc>
              <a:spcBef>
                <a:spcPts val="600"/>
              </a:spcBef>
              <a:spcAft>
                <a:spcPts val="0"/>
              </a:spcAft>
              <a:buSzPts val="1800"/>
              <a:buNone/>
            </a:pPr>
            <a:r>
              <a:rPr lang="en-AU">
                <a:solidFill>
                  <a:srgbClr val="0D0A0B"/>
                </a:solidFill>
              </a:rPr>
              <a:t>-- some computations</a:t>
            </a:r>
            <a:endParaRPr>
              <a:solidFill>
                <a:srgbClr val="0D0A0B"/>
              </a:solidFill>
            </a:endParaRPr>
          </a:p>
          <a:p>
            <a:pPr marL="457200" lvl="1" indent="457200" algn="l" rtl="0">
              <a:lnSpc>
                <a:spcPct val="120000"/>
              </a:lnSpc>
              <a:spcBef>
                <a:spcPts val="600"/>
              </a:spcBef>
              <a:spcAft>
                <a:spcPts val="0"/>
              </a:spcAft>
              <a:buSzPts val="1800"/>
              <a:buNone/>
            </a:pPr>
            <a:r>
              <a:rPr lang="en-AU">
                <a:solidFill>
                  <a:srgbClr val="0D0A0B"/>
                </a:solidFill>
              </a:rPr>
              <a:t>EXIT WHEN count &gt; 0;  </a:t>
            </a:r>
            <a:endParaRPr>
              <a:solidFill>
                <a:srgbClr val="0D0A0B"/>
              </a:solidFill>
            </a:endParaRPr>
          </a:p>
          <a:p>
            <a:pPr marL="457200" lvl="1" indent="0" algn="l" rtl="0">
              <a:lnSpc>
                <a:spcPct val="120000"/>
              </a:lnSpc>
              <a:spcBef>
                <a:spcPts val="600"/>
              </a:spcBef>
              <a:spcAft>
                <a:spcPts val="0"/>
              </a:spcAft>
              <a:buSzPts val="1800"/>
              <a:buNone/>
            </a:pPr>
            <a:r>
              <a:rPr lang="en-AU"/>
              <a:t>END LOOP;</a:t>
            </a:r>
            <a:endParaRPr/>
          </a:p>
        </p:txBody>
      </p:sp>
      <p:sp>
        <p:nvSpPr>
          <p:cNvPr id="493" name="Google Shape;493;p57"/>
          <p:cNvSpPr txBox="1">
            <a:spLocks noGrp="1"/>
          </p:cNvSpPr>
          <p:nvPr>
            <p:ph type="sldNum" idx="12"/>
          </p:nvPr>
        </p:nvSpPr>
        <p:spPr>
          <a:xfrm>
            <a:off x="7425344" y="6459786"/>
            <a:ext cx="984019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AU"/>
              <a:t>43</a:t>
            </a:fld>
            <a:endParaRPr/>
          </a:p>
        </p:txBody>
      </p:sp>
      <p:sp>
        <p:nvSpPr>
          <p:cNvPr id="494" name="Google Shape;494;p57"/>
          <p:cNvSpPr/>
          <p:nvPr/>
        </p:nvSpPr>
        <p:spPr>
          <a:xfrm>
            <a:off x="822947" y="2958600"/>
            <a:ext cx="4421700" cy="2667000"/>
          </a:xfrm>
          <a:prstGeom prst="rect">
            <a:avLst/>
          </a:prstGeom>
          <a:noFill/>
          <a:ln w="9525" cap="flat" cmpd="sng">
            <a:solidFill>
              <a:schemeClr val="accen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accen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9" name="Google Shape;499;p58"/>
          <p:cNvSpPr/>
          <p:nvPr/>
        </p:nvSpPr>
        <p:spPr>
          <a:xfrm>
            <a:off x="990600" y="1628258"/>
            <a:ext cx="3963450" cy="1343543"/>
          </a:xfrm>
          <a:prstGeom prst="rect">
            <a:avLst/>
          </a:prstGeom>
          <a:solidFill>
            <a:schemeClr val="accent2">
              <a:alpha val="49803"/>
            </a:schemeClr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500" name="Google Shape;500;p58"/>
          <p:cNvSpPr txBox="1">
            <a:spLocks noGrp="1"/>
          </p:cNvSpPr>
          <p:nvPr>
            <p:ph type="title"/>
          </p:nvPr>
        </p:nvSpPr>
        <p:spPr>
          <a:xfrm>
            <a:off x="822960" y="286605"/>
            <a:ext cx="7543800" cy="70399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 fontScale="90000"/>
          </a:bodyPr>
          <a:lstStyle/>
          <a:p>
            <a:pPr marL="0" lvl="0" indent="0" algn="l" rtl="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rgbClr val="3F3F3F"/>
              </a:buClr>
              <a:buSzPct val="100000"/>
              <a:buFont typeface="Times New Roman"/>
              <a:buNone/>
            </a:pPr>
            <a:r>
              <a:rPr lang="en-AU"/>
              <a:t>Control Structures</a:t>
            </a:r>
            <a:r>
              <a:rPr lang="en-AU" sz="1800"/>
              <a:t>(cont.)</a:t>
            </a:r>
            <a:endParaRPr/>
          </a:p>
        </p:txBody>
      </p:sp>
      <p:sp>
        <p:nvSpPr>
          <p:cNvPr id="501" name="Google Shape;501;p58"/>
          <p:cNvSpPr txBox="1">
            <a:spLocks noGrp="1"/>
          </p:cNvSpPr>
          <p:nvPr>
            <p:ph type="body" idx="1"/>
          </p:nvPr>
        </p:nvSpPr>
        <p:spPr>
          <a:xfrm>
            <a:off x="822959" y="1143000"/>
            <a:ext cx="7543801" cy="472609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0" bIns="45700" anchor="t" anchorCtr="0">
            <a:normAutofit/>
          </a:bodyPr>
          <a:lstStyle/>
          <a:p>
            <a:pPr marL="91440" lvl="0" indent="-12700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SzPts val="2000"/>
              <a:buChar char=" "/>
            </a:pPr>
            <a:r>
              <a:rPr lang="en-AU" b="1" i="1"/>
              <a:t>Iteration</a:t>
            </a:r>
            <a:endParaRPr b="1" i="1"/>
          </a:p>
          <a:p>
            <a:pPr marL="457200" lvl="1" indent="0" algn="l" rtl="0">
              <a:lnSpc>
                <a:spcPct val="120000"/>
              </a:lnSpc>
              <a:spcBef>
                <a:spcPts val="400"/>
              </a:spcBef>
              <a:spcAft>
                <a:spcPts val="0"/>
              </a:spcAft>
              <a:buSzPts val="1800"/>
              <a:buNone/>
            </a:pPr>
            <a:r>
              <a:rPr lang="en-AU"/>
              <a:t>FOR int_var IN low .. high LOOP</a:t>
            </a:r>
            <a:endParaRPr/>
          </a:p>
          <a:p>
            <a:pPr marL="457200" lvl="1" indent="0" algn="l" rtl="0">
              <a:lnSpc>
                <a:spcPct val="120000"/>
              </a:lnSpc>
              <a:spcBef>
                <a:spcPts val="600"/>
              </a:spcBef>
              <a:spcAft>
                <a:spcPts val="0"/>
              </a:spcAft>
              <a:buSzPts val="1800"/>
              <a:buNone/>
            </a:pPr>
            <a:r>
              <a:rPr lang="en-AU"/>
              <a:t>	Statement</a:t>
            </a:r>
            <a:endParaRPr/>
          </a:p>
          <a:p>
            <a:pPr marL="457200" lvl="1" indent="0" algn="l" rtl="0">
              <a:lnSpc>
                <a:spcPct val="120000"/>
              </a:lnSpc>
              <a:spcBef>
                <a:spcPts val="600"/>
              </a:spcBef>
              <a:spcAft>
                <a:spcPts val="0"/>
              </a:spcAft>
              <a:buSzPts val="1800"/>
              <a:buNone/>
            </a:pPr>
            <a:r>
              <a:rPr lang="en-AU"/>
              <a:t>END LOOP ;</a:t>
            </a:r>
            <a:endParaRPr/>
          </a:p>
          <a:p>
            <a:pPr marL="91440" lvl="0" indent="-127000" algn="l" rtl="0">
              <a:lnSpc>
                <a:spcPct val="160000"/>
              </a:lnSpc>
              <a:spcBef>
                <a:spcPts val="1600"/>
              </a:spcBef>
              <a:spcAft>
                <a:spcPts val="0"/>
              </a:spcAft>
              <a:buSzPts val="2000"/>
              <a:buChar char=" "/>
            </a:pPr>
            <a:r>
              <a:rPr lang="en-AU"/>
              <a:t>Example</a:t>
            </a:r>
            <a:endParaRPr/>
          </a:p>
          <a:p>
            <a:pPr marL="457200" lvl="1" indent="0" algn="l" rtl="0">
              <a:lnSpc>
                <a:spcPct val="120000"/>
              </a:lnSpc>
              <a:spcBef>
                <a:spcPts val="400"/>
              </a:spcBef>
              <a:spcAft>
                <a:spcPts val="0"/>
              </a:spcAft>
              <a:buSzPts val="1800"/>
              <a:buNone/>
            </a:pPr>
            <a:r>
              <a:rPr lang="en-AU"/>
              <a:t>FOR i IN 1..10 LOOP </a:t>
            </a:r>
            <a:endParaRPr/>
          </a:p>
          <a:p>
            <a:pPr marL="457200" lvl="1" indent="0" algn="l" rtl="0">
              <a:lnSpc>
                <a:spcPct val="120000"/>
              </a:lnSpc>
              <a:spcBef>
                <a:spcPts val="600"/>
              </a:spcBef>
              <a:spcAft>
                <a:spcPts val="0"/>
              </a:spcAft>
              <a:buSzPts val="1800"/>
              <a:buNone/>
            </a:pPr>
            <a:r>
              <a:rPr lang="en-AU"/>
              <a:t>	-- i will take on the values 1,2,3,4,5,6,7,8,9,10 within the loop </a:t>
            </a:r>
            <a:endParaRPr/>
          </a:p>
          <a:p>
            <a:pPr marL="457200" lvl="1" indent="0" algn="l" rtl="0">
              <a:lnSpc>
                <a:spcPct val="120000"/>
              </a:lnSpc>
              <a:spcBef>
                <a:spcPts val="600"/>
              </a:spcBef>
              <a:spcAft>
                <a:spcPts val="0"/>
              </a:spcAft>
              <a:buSzPts val="1800"/>
              <a:buNone/>
            </a:pPr>
            <a:r>
              <a:rPr lang="en-AU"/>
              <a:t>END LOOP;</a:t>
            </a:r>
            <a:endParaRPr/>
          </a:p>
        </p:txBody>
      </p:sp>
      <p:sp>
        <p:nvSpPr>
          <p:cNvPr id="502" name="Google Shape;502;p58"/>
          <p:cNvSpPr txBox="1">
            <a:spLocks noGrp="1"/>
          </p:cNvSpPr>
          <p:nvPr>
            <p:ph type="sldNum" idx="12"/>
          </p:nvPr>
        </p:nvSpPr>
        <p:spPr>
          <a:xfrm>
            <a:off x="7425344" y="6459786"/>
            <a:ext cx="984019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AU"/>
              <a:t>44</a:t>
            </a:fld>
            <a:endParaRPr/>
          </a:p>
        </p:txBody>
      </p:sp>
      <p:sp>
        <p:nvSpPr>
          <p:cNvPr id="503" name="Google Shape;503;p58"/>
          <p:cNvSpPr/>
          <p:nvPr/>
        </p:nvSpPr>
        <p:spPr>
          <a:xfrm>
            <a:off x="843980" y="3124200"/>
            <a:ext cx="6852220" cy="1981200"/>
          </a:xfrm>
          <a:prstGeom prst="rect">
            <a:avLst/>
          </a:prstGeom>
          <a:noFill/>
          <a:ln w="9525" cap="flat" cmpd="sng">
            <a:solidFill>
              <a:schemeClr val="accen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accen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7" name="Google Shape;517;p60"/>
          <p:cNvSpPr txBox="1">
            <a:spLocks noGrp="1"/>
          </p:cNvSpPr>
          <p:nvPr>
            <p:ph type="title"/>
          </p:nvPr>
        </p:nvSpPr>
        <p:spPr>
          <a:xfrm>
            <a:off x="822960" y="286605"/>
            <a:ext cx="7543800" cy="70399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 fontScale="90000"/>
          </a:bodyPr>
          <a:lstStyle/>
          <a:p>
            <a:pPr marL="0" lvl="0" indent="0" algn="l" rtl="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rgbClr val="3F3F3F"/>
              </a:buClr>
              <a:buSzPct val="100000"/>
              <a:buFont typeface="Times New Roman"/>
              <a:buNone/>
            </a:pPr>
            <a:r>
              <a:rPr lang="en-AU"/>
              <a:t>PL/pgSQL</a:t>
            </a:r>
            <a:r>
              <a:rPr lang="en-AU" sz="1800"/>
              <a:t>(cont)</a:t>
            </a:r>
            <a:endParaRPr/>
          </a:p>
        </p:txBody>
      </p:sp>
      <p:sp>
        <p:nvSpPr>
          <p:cNvPr id="518" name="Google Shape;518;p60"/>
          <p:cNvSpPr txBox="1">
            <a:spLocks noGrp="1"/>
          </p:cNvSpPr>
          <p:nvPr>
            <p:ph type="body" idx="1"/>
          </p:nvPr>
        </p:nvSpPr>
        <p:spPr>
          <a:xfrm>
            <a:off x="822959" y="1143000"/>
            <a:ext cx="7543801" cy="472609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0" bIns="45700" anchor="t" anchorCtr="0">
            <a:normAutofit/>
          </a:bodyPr>
          <a:lstStyle/>
          <a:p>
            <a:pPr marL="91440" lvl="0" indent="-1270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Char char=" "/>
            </a:pPr>
            <a:r>
              <a:rPr lang="en-AU"/>
              <a:t>The PL/pgSQL interpreter </a:t>
            </a:r>
            <a:endParaRPr/>
          </a:p>
          <a:p>
            <a:pPr marL="384048" lvl="1" indent="-18288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2000"/>
              <a:buChar char="◦"/>
            </a:pPr>
            <a:r>
              <a:rPr lang="en-AU" sz="2000"/>
              <a:t>executes procedural code and manages variables </a:t>
            </a:r>
            <a:endParaRPr/>
          </a:p>
          <a:p>
            <a:pPr marL="384048" lvl="1" indent="-182880" algn="l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000"/>
              <a:buChar char="◦"/>
            </a:pPr>
            <a:r>
              <a:rPr lang="en-AU" sz="2000"/>
              <a:t>calls PostgreSQL engine to evaluate SQL statements </a:t>
            </a:r>
            <a:endParaRPr/>
          </a:p>
          <a:p>
            <a:pPr marL="91440" lvl="0" indent="0" algn="l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2000"/>
              <a:buNone/>
            </a:pPr>
            <a:endParaRPr/>
          </a:p>
        </p:txBody>
      </p:sp>
      <p:sp>
        <p:nvSpPr>
          <p:cNvPr id="519" name="Google Shape;519;p60"/>
          <p:cNvSpPr txBox="1">
            <a:spLocks noGrp="1"/>
          </p:cNvSpPr>
          <p:nvPr>
            <p:ph type="sldNum" idx="12"/>
          </p:nvPr>
        </p:nvSpPr>
        <p:spPr>
          <a:xfrm>
            <a:off x="7425344" y="6459786"/>
            <a:ext cx="984019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AU"/>
              <a:t>45</a:t>
            </a:fld>
            <a:endParaRPr/>
          </a:p>
        </p:txBody>
      </p:sp>
      <p:pic>
        <p:nvPicPr>
          <p:cNvPr id="520" name="Google Shape;520;p60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219200" y="2667000"/>
            <a:ext cx="4864963" cy="2769833"/>
          </a:xfrm>
          <a:prstGeom prst="rect">
            <a:avLst/>
          </a:prstGeom>
          <a:noFill/>
          <a:ln w="38100" cap="sq" cmpd="sng">
            <a:solidFill>
              <a:srgbClr val="000000"/>
            </a:solidFill>
            <a:prstDash val="solid"/>
            <a:miter lim="800000"/>
            <a:headEnd type="none" w="sm" len="sm"/>
            <a:tailEnd type="none" w="sm" len="sm"/>
          </a:ln>
          <a:effectLst>
            <a:outerShdw blurRad="50800" dist="38100" dir="2700000" algn="tl" rotWithShape="0">
              <a:srgbClr val="000000">
                <a:alpha val="42745"/>
              </a:srgbClr>
            </a:outerShdw>
          </a:effectLst>
        </p:spPr>
      </p:pic>
    </p:spTree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6" name="Google Shape;526;p61"/>
          <p:cNvSpPr txBox="1">
            <a:spLocks noGrp="1"/>
          </p:cNvSpPr>
          <p:nvPr>
            <p:ph type="title"/>
          </p:nvPr>
        </p:nvSpPr>
        <p:spPr>
          <a:xfrm>
            <a:off x="822960" y="286605"/>
            <a:ext cx="7543800" cy="70399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 fontScale="90000"/>
          </a:bodyPr>
          <a:lstStyle/>
          <a:p>
            <a:pPr marL="0" lvl="0" indent="0" algn="l" rtl="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rgbClr val="3F3F3F"/>
              </a:buClr>
              <a:buSzPct val="100000"/>
              <a:buFont typeface="Times New Roman"/>
              <a:buNone/>
            </a:pPr>
            <a:r>
              <a:rPr lang="en-AU"/>
              <a:t>PL/pgSQL </a:t>
            </a:r>
            <a:endParaRPr/>
          </a:p>
        </p:txBody>
      </p:sp>
      <p:sp>
        <p:nvSpPr>
          <p:cNvPr id="527" name="Google Shape;527;p61"/>
          <p:cNvSpPr txBox="1">
            <a:spLocks noGrp="1"/>
          </p:cNvSpPr>
          <p:nvPr>
            <p:ph type="body" idx="1"/>
          </p:nvPr>
        </p:nvSpPr>
        <p:spPr>
          <a:xfrm>
            <a:off x="838200" y="1143000"/>
            <a:ext cx="8229600" cy="495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0" bIns="45700" anchor="t" anchorCtr="0">
            <a:normAutofit/>
          </a:bodyPr>
          <a:lstStyle/>
          <a:p>
            <a:pPr marL="91440" lvl="0" indent="-15240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2400"/>
              <a:buChar char=" "/>
            </a:pPr>
            <a:r>
              <a:rPr lang="en-AU" sz="2400"/>
              <a:t>Provided a means for extending DBMS functionality, e.g. </a:t>
            </a:r>
            <a:endParaRPr sz="2400"/>
          </a:p>
          <a:p>
            <a:pPr marL="384048" lvl="1" indent="-220980" algn="l" rtl="0">
              <a:lnSpc>
                <a:spcPct val="150000"/>
              </a:lnSpc>
              <a:spcBef>
                <a:spcPts val="400"/>
              </a:spcBef>
              <a:spcAft>
                <a:spcPts val="0"/>
              </a:spcAft>
              <a:buSzPts val="2400"/>
              <a:buChar char="◦"/>
            </a:pPr>
            <a:r>
              <a:rPr lang="en-AU" sz="2400"/>
              <a:t>implementing constraint checking (triggered functions) </a:t>
            </a:r>
            <a:endParaRPr sz="2400"/>
          </a:p>
          <a:p>
            <a:pPr marL="384048" lvl="1" indent="-220980" algn="l" rtl="0">
              <a:lnSpc>
                <a:spcPct val="150000"/>
              </a:lnSpc>
              <a:spcBef>
                <a:spcPts val="600"/>
              </a:spcBef>
              <a:spcAft>
                <a:spcPts val="0"/>
              </a:spcAft>
              <a:buSzPts val="2400"/>
              <a:buChar char="◦"/>
            </a:pPr>
            <a:r>
              <a:rPr lang="en-AU" sz="2400"/>
              <a:t>complex query evaluation (e.g. recursive) </a:t>
            </a:r>
            <a:endParaRPr sz="2400"/>
          </a:p>
          <a:p>
            <a:pPr marL="384048" lvl="1" indent="-220980" algn="l" rtl="0">
              <a:lnSpc>
                <a:spcPct val="150000"/>
              </a:lnSpc>
              <a:spcBef>
                <a:spcPts val="600"/>
              </a:spcBef>
              <a:spcAft>
                <a:spcPts val="0"/>
              </a:spcAft>
              <a:buSzPts val="2400"/>
              <a:buChar char="◦"/>
            </a:pPr>
            <a:r>
              <a:rPr lang="en-AU" sz="2400"/>
              <a:t>complex computation of column values </a:t>
            </a:r>
            <a:endParaRPr sz="2400"/>
          </a:p>
          <a:p>
            <a:pPr marL="384048" lvl="1" indent="-220980" algn="l" rtl="0">
              <a:lnSpc>
                <a:spcPct val="150000"/>
              </a:lnSpc>
              <a:spcBef>
                <a:spcPts val="600"/>
              </a:spcBef>
              <a:spcAft>
                <a:spcPts val="0"/>
              </a:spcAft>
              <a:buSzPts val="2400"/>
              <a:buChar char="◦"/>
            </a:pPr>
            <a:r>
              <a:rPr lang="en-AU" sz="2400"/>
              <a:t>detailed control of displayed results </a:t>
            </a:r>
            <a:endParaRPr sz="2400"/>
          </a:p>
        </p:txBody>
      </p:sp>
      <p:sp>
        <p:nvSpPr>
          <p:cNvPr id="528" name="Google Shape;528;p61"/>
          <p:cNvSpPr txBox="1">
            <a:spLocks noGrp="1"/>
          </p:cNvSpPr>
          <p:nvPr>
            <p:ph type="sldNum" idx="12"/>
          </p:nvPr>
        </p:nvSpPr>
        <p:spPr>
          <a:xfrm>
            <a:off x="7425344" y="6459786"/>
            <a:ext cx="984019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AU"/>
              <a:t>46</a:t>
            </a:fld>
            <a:endParaRPr/>
          </a:p>
        </p:txBody>
      </p:sp>
      <p:pic>
        <p:nvPicPr>
          <p:cNvPr id="529" name="Google Shape;529;p61" descr="Icon&#10;&#10;Description automatically generated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7369974" y="3605250"/>
            <a:ext cx="805011" cy="83035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5" name="Google Shape;535;p62"/>
          <p:cNvSpPr txBox="1">
            <a:spLocks noGrp="1"/>
          </p:cNvSpPr>
          <p:nvPr>
            <p:ph type="title"/>
          </p:nvPr>
        </p:nvSpPr>
        <p:spPr>
          <a:xfrm>
            <a:off x="822960" y="286605"/>
            <a:ext cx="7543800" cy="70399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 fontScale="90000"/>
          </a:bodyPr>
          <a:lstStyle/>
          <a:p>
            <a:pPr marL="0" lvl="0" indent="0" algn="l" rtl="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rgbClr val="3F3F3F"/>
              </a:buClr>
              <a:buSzPct val="100000"/>
              <a:buFont typeface="Times New Roman"/>
              <a:buNone/>
            </a:pPr>
            <a:r>
              <a:rPr lang="en-AU"/>
              <a:t>PL/pgSQL Function</a:t>
            </a:r>
            <a:endParaRPr/>
          </a:p>
        </p:txBody>
      </p:sp>
      <p:sp>
        <p:nvSpPr>
          <p:cNvPr id="536" name="Google Shape;536;p62"/>
          <p:cNvSpPr txBox="1">
            <a:spLocks noGrp="1"/>
          </p:cNvSpPr>
          <p:nvPr>
            <p:ph type="sldNum" idx="12"/>
          </p:nvPr>
        </p:nvSpPr>
        <p:spPr>
          <a:xfrm>
            <a:off x="7425344" y="6459786"/>
            <a:ext cx="984019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AU"/>
              <a:t>47</a:t>
            </a:fld>
            <a:endParaRPr/>
          </a:p>
        </p:txBody>
      </p:sp>
      <p:sp>
        <p:nvSpPr>
          <p:cNvPr id="537" name="Google Shape;537;p62"/>
          <p:cNvSpPr txBox="1"/>
          <p:nvPr/>
        </p:nvSpPr>
        <p:spPr>
          <a:xfrm>
            <a:off x="822959" y="1143000"/>
            <a:ext cx="7330442" cy="501675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AU" sz="1600" b="1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Stored-procedure approach (PLpgSQL): </a:t>
            </a:r>
            <a:endParaRPr/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AU" sz="16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create function </a:t>
            </a:r>
            <a:endParaRPr/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AU" sz="16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	withdraw(acctNum text, amount integer) returns text as $$ </a:t>
            </a:r>
            <a:endParaRPr/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AU" sz="16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declare bal integer; </a:t>
            </a:r>
            <a:endParaRPr/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AU" sz="16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begin </a:t>
            </a:r>
            <a:endParaRPr/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AU" sz="16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	select balance into bal </a:t>
            </a:r>
            <a:endParaRPr/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AU" sz="16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	from Accounts </a:t>
            </a:r>
            <a:endParaRPr/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AU" sz="16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	where acctNo = acctNum; </a:t>
            </a:r>
            <a:endParaRPr/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AU" sz="16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	</a:t>
            </a:r>
            <a:r>
              <a:rPr lang="en-AU" sz="1600" b="1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if</a:t>
            </a:r>
            <a:r>
              <a:rPr lang="en-AU" sz="16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(bal &lt; amount) then </a:t>
            </a:r>
            <a:endParaRPr/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AU" sz="16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		return 'Insufficient Funds'; </a:t>
            </a:r>
            <a:endParaRPr/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AU" sz="16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	</a:t>
            </a:r>
            <a:r>
              <a:rPr lang="en-AU" sz="1600" b="1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else</a:t>
            </a:r>
            <a:r>
              <a:rPr lang="en-AU" sz="16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endParaRPr/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AU" sz="16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		update Accounts </a:t>
            </a:r>
            <a:endParaRPr/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AU" sz="16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		set balance = balance - amount </a:t>
            </a:r>
            <a:endParaRPr/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AU" sz="16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		where acctNo = acctNum; </a:t>
            </a:r>
            <a:endParaRPr/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AU" sz="16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		select balance into bal </a:t>
            </a:r>
            <a:endParaRPr/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AU" sz="16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		from Accounts where acctNo = acctNum; </a:t>
            </a:r>
            <a:endParaRPr/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AU" sz="16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		return 'New Balance: ' || bal; </a:t>
            </a:r>
            <a:endParaRPr/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AU" sz="16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	</a:t>
            </a:r>
            <a:r>
              <a:rPr lang="en-AU" sz="1600" b="1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end if</a:t>
            </a:r>
            <a:r>
              <a:rPr lang="en-AU" sz="16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; </a:t>
            </a:r>
            <a:endParaRPr/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AU" sz="16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end; </a:t>
            </a:r>
            <a:endParaRPr/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AU" sz="16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$$ language </a:t>
            </a:r>
            <a:r>
              <a:rPr lang="en-AU" sz="1600" b="1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plpgsql</a:t>
            </a:r>
            <a:r>
              <a:rPr lang="en-AU" sz="16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;</a:t>
            </a:r>
            <a:endParaRPr/>
          </a:p>
        </p:txBody>
      </p:sp>
      <p:sp>
        <p:nvSpPr>
          <p:cNvPr id="538" name="Google Shape;538;p62"/>
          <p:cNvSpPr/>
          <p:nvPr/>
        </p:nvSpPr>
        <p:spPr>
          <a:xfrm>
            <a:off x="749387" y="1447800"/>
            <a:ext cx="5422813" cy="4711958"/>
          </a:xfrm>
          <a:prstGeom prst="rect">
            <a:avLst/>
          </a:prstGeom>
          <a:noFill/>
          <a:ln w="9525" cap="flat" cmpd="sng">
            <a:solidFill>
              <a:schemeClr val="accen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accen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4" name="Google Shape;544;p63"/>
          <p:cNvSpPr/>
          <p:nvPr/>
        </p:nvSpPr>
        <p:spPr>
          <a:xfrm>
            <a:off x="990600" y="1676400"/>
            <a:ext cx="4114800" cy="1524000"/>
          </a:xfrm>
          <a:prstGeom prst="rect">
            <a:avLst/>
          </a:prstGeom>
          <a:solidFill>
            <a:schemeClr val="accent2">
              <a:alpha val="49803"/>
            </a:schemeClr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545" name="Google Shape;545;p63"/>
          <p:cNvSpPr txBox="1">
            <a:spLocks noGrp="1"/>
          </p:cNvSpPr>
          <p:nvPr>
            <p:ph type="title"/>
          </p:nvPr>
        </p:nvSpPr>
        <p:spPr>
          <a:xfrm>
            <a:off x="822960" y="286605"/>
            <a:ext cx="7543800" cy="70399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 fontScale="90000"/>
          </a:bodyPr>
          <a:lstStyle/>
          <a:p>
            <a:pPr marL="0" lvl="0" indent="0" algn="l" rtl="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rgbClr val="3F3F3F"/>
              </a:buClr>
              <a:buSzPct val="100000"/>
              <a:buFont typeface="Times New Roman"/>
              <a:buNone/>
            </a:pPr>
            <a:r>
              <a:rPr lang="en-AU"/>
              <a:t>SELECT ... INTO</a:t>
            </a:r>
            <a:endParaRPr/>
          </a:p>
        </p:txBody>
      </p:sp>
      <p:sp>
        <p:nvSpPr>
          <p:cNvPr id="546" name="Google Shape;546;p63"/>
          <p:cNvSpPr txBox="1">
            <a:spLocks noGrp="1"/>
          </p:cNvSpPr>
          <p:nvPr>
            <p:ph type="body" idx="1"/>
          </p:nvPr>
        </p:nvSpPr>
        <p:spPr>
          <a:xfrm>
            <a:off x="822959" y="1143000"/>
            <a:ext cx="7543801" cy="4726094"/>
          </a:xfrm>
          <a:prstGeom prst="rect">
            <a:avLst/>
          </a:prstGeom>
          <a:blipFill rotWithShape="1">
            <a:blip r:embed="rId3">
              <a:alphaModFix/>
            </a:blip>
            <a:stretch>
              <a:fillRect l="-1856"/>
            </a:stretch>
          </a:blipFill>
          <a:ln>
            <a:noFill/>
          </a:ln>
        </p:spPr>
        <p:txBody>
          <a:bodyPr spcFirstLastPara="1" wrap="square" lIns="0" tIns="45700" rIns="0" bIns="45700" anchor="t" anchorCtr="0">
            <a:normAutofit/>
          </a:bodyPr>
          <a:lstStyle/>
          <a:p>
            <a:pPr marL="91440" lvl="0" indent="-12700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000"/>
              <a:buChar char=" "/>
            </a:pPr>
            <a:r>
              <a:rPr lang="en-AU"/>
              <a:t> </a:t>
            </a:r>
            <a:endParaRPr/>
          </a:p>
        </p:txBody>
      </p:sp>
      <p:sp>
        <p:nvSpPr>
          <p:cNvPr id="547" name="Google Shape;547;p63"/>
          <p:cNvSpPr txBox="1">
            <a:spLocks noGrp="1"/>
          </p:cNvSpPr>
          <p:nvPr>
            <p:ph type="sldNum" idx="12"/>
          </p:nvPr>
        </p:nvSpPr>
        <p:spPr>
          <a:xfrm>
            <a:off x="7425344" y="6459786"/>
            <a:ext cx="984019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AU"/>
              <a:t>48</a:t>
            </a:fld>
            <a:endParaRPr/>
          </a:p>
        </p:txBody>
      </p:sp>
    </p:spTree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2" name="Google Shape;552;p64"/>
          <p:cNvSpPr txBox="1">
            <a:spLocks noGrp="1"/>
          </p:cNvSpPr>
          <p:nvPr>
            <p:ph type="title"/>
          </p:nvPr>
        </p:nvSpPr>
        <p:spPr>
          <a:xfrm>
            <a:off x="822960" y="286605"/>
            <a:ext cx="7543800" cy="70399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 fontScale="90000"/>
          </a:bodyPr>
          <a:lstStyle/>
          <a:p>
            <a:pPr marL="0" lvl="0" indent="0" algn="l" rtl="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rgbClr val="3F3F3F"/>
              </a:buClr>
              <a:buSzPct val="100000"/>
              <a:buFont typeface="Times New Roman"/>
              <a:buNone/>
            </a:pPr>
            <a:r>
              <a:rPr lang="en-AU"/>
              <a:t>SELECT ... INTO</a:t>
            </a:r>
            <a:r>
              <a:rPr lang="en-AU" sz="1800"/>
              <a:t>(cont.)</a:t>
            </a:r>
            <a:endParaRPr/>
          </a:p>
        </p:txBody>
      </p:sp>
      <p:sp>
        <p:nvSpPr>
          <p:cNvPr id="553" name="Google Shape;553;p64"/>
          <p:cNvSpPr txBox="1">
            <a:spLocks noGrp="1"/>
          </p:cNvSpPr>
          <p:nvPr>
            <p:ph type="body" idx="1"/>
          </p:nvPr>
        </p:nvSpPr>
        <p:spPr>
          <a:xfrm>
            <a:off x="822959" y="1143000"/>
            <a:ext cx="7543801" cy="472609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0" bIns="45700" anchor="t" anchorCtr="0">
            <a:normAutofit/>
          </a:bodyPr>
          <a:lstStyle/>
          <a:p>
            <a:pPr marL="91440" lvl="0" indent="-12700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2000"/>
              <a:buChar char=" "/>
            </a:pPr>
            <a:r>
              <a:rPr lang="en-AU"/>
              <a:t>Assigning a simple value via SELECT ... INTO:</a:t>
            </a:r>
            <a:endParaRPr/>
          </a:p>
          <a:p>
            <a:pPr marL="457200" lvl="1" indent="0" algn="l" rtl="0">
              <a:lnSpc>
                <a:spcPct val="150000"/>
              </a:lnSpc>
              <a:spcBef>
                <a:spcPts val="400"/>
              </a:spcBef>
              <a:spcAft>
                <a:spcPts val="0"/>
              </a:spcAft>
              <a:buSzPts val="1800"/>
              <a:buNone/>
            </a:pPr>
            <a:r>
              <a:rPr lang="en-AU"/>
              <a:t>-- cost is local var , price is attr</a:t>
            </a:r>
            <a:endParaRPr/>
          </a:p>
          <a:p>
            <a:pPr marL="457200" lvl="1" indent="0" algn="l" rtl="0">
              <a:lnSpc>
                <a:spcPct val="150000"/>
              </a:lnSpc>
              <a:spcBef>
                <a:spcPts val="600"/>
              </a:spcBef>
              <a:spcAft>
                <a:spcPts val="0"/>
              </a:spcAft>
              <a:buSzPts val="1800"/>
              <a:buNone/>
            </a:pPr>
            <a:r>
              <a:rPr lang="en-AU"/>
              <a:t>SELECT price INTO cost</a:t>
            </a:r>
            <a:endParaRPr/>
          </a:p>
          <a:p>
            <a:pPr marL="457200" lvl="1" indent="0" algn="l" rtl="0">
              <a:lnSpc>
                <a:spcPct val="150000"/>
              </a:lnSpc>
              <a:spcBef>
                <a:spcPts val="600"/>
              </a:spcBef>
              <a:spcAft>
                <a:spcPts val="0"/>
              </a:spcAft>
              <a:buSzPts val="1800"/>
              <a:buNone/>
            </a:pPr>
            <a:r>
              <a:rPr lang="en-AU"/>
              <a:t>FROM StockList</a:t>
            </a:r>
            <a:endParaRPr/>
          </a:p>
          <a:p>
            <a:pPr marL="457200" lvl="1" indent="0" algn="l" rtl="0">
              <a:lnSpc>
                <a:spcPct val="150000"/>
              </a:lnSpc>
              <a:spcBef>
                <a:spcPts val="600"/>
              </a:spcBef>
              <a:spcAft>
                <a:spcPts val="0"/>
              </a:spcAft>
              <a:buSzPts val="1800"/>
              <a:buNone/>
            </a:pPr>
            <a:r>
              <a:rPr lang="en-AU"/>
              <a:t>WHERE item = ' Cricket Bat ';</a:t>
            </a:r>
            <a:endParaRPr/>
          </a:p>
          <a:p>
            <a:pPr marL="457200" lvl="1" indent="0" algn="l" rtl="0">
              <a:lnSpc>
                <a:spcPct val="150000"/>
              </a:lnSpc>
              <a:spcBef>
                <a:spcPts val="600"/>
              </a:spcBef>
              <a:spcAft>
                <a:spcPts val="0"/>
              </a:spcAft>
              <a:buSzPts val="1800"/>
              <a:buNone/>
            </a:pPr>
            <a:r>
              <a:rPr lang="en-AU"/>
              <a:t>cost := cost * (1 + tax_rate );</a:t>
            </a:r>
            <a:endParaRPr/>
          </a:p>
          <a:p>
            <a:pPr marL="457200" lvl="1" indent="0" algn="l" rtl="0">
              <a:lnSpc>
                <a:spcPct val="150000"/>
              </a:lnSpc>
              <a:spcBef>
                <a:spcPts val="600"/>
              </a:spcBef>
              <a:spcAft>
                <a:spcPts val="0"/>
              </a:spcAft>
              <a:buSzPts val="1800"/>
              <a:buNone/>
            </a:pPr>
            <a:r>
              <a:rPr lang="en-AU"/>
              <a:t>total := total + cost ;</a:t>
            </a:r>
            <a:endParaRPr/>
          </a:p>
        </p:txBody>
      </p:sp>
      <p:sp>
        <p:nvSpPr>
          <p:cNvPr id="554" name="Google Shape;554;p64"/>
          <p:cNvSpPr txBox="1">
            <a:spLocks noGrp="1"/>
          </p:cNvSpPr>
          <p:nvPr>
            <p:ph type="sldNum" idx="12"/>
          </p:nvPr>
        </p:nvSpPr>
        <p:spPr>
          <a:xfrm>
            <a:off x="7425344" y="6459786"/>
            <a:ext cx="984019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AU"/>
              <a:t>49</a:t>
            </a:fld>
            <a:endParaRPr/>
          </a:p>
        </p:txBody>
      </p:sp>
      <p:sp>
        <p:nvSpPr>
          <p:cNvPr id="555" name="Google Shape;555;p64"/>
          <p:cNvSpPr/>
          <p:nvPr/>
        </p:nvSpPr>
        <p:spPr>
          <a:xfrm>
            <a:off x="914400" y="1676400"/>
            <a:ext cx="4343400" cy="3200400"/>
          </a:xfrm>
          <a:prstGeom prst="rect">
            <a:avLst/>
          </a:prstGeom>
          <a:noFill/>
          <a:ln w="9525" cap="flat" cmpd="sng">
            <a:solidFill>
              <a:schemeClr val="accen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accen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1" name="Google Shape;561;p65"/>
          <p:cNvSpPr/>
          <p:nvPr/>
        </p:nvSpPr>
        <p:spPr>
          <a:xfrm>
            <a:off x="914400" y="1600200"/>
            <a:ext cx="4495800" cy="3200400"/>
          </a:xfrm>
          <a:prstGeom prst="rect">
            <a:avLst/>
          </a:prstGeom>
          <a:solidFill>
            <a:schemeClr val="accent2">
              <a:alpha val="49803"/>
            </a:schemeClr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562" name="Google Shape;562;p65"/>
          <p:cNvSpPr txBox="1">
            <a:spLocks noGrp="1"/>
          </p:cNvSpPr>
          <p:nvPr>
            <p:ph type="title"/>
          </p:nvPr>
        </p:nvSpPr>
        <p:spPr>
          <a:xfrm>
            <a:off x="822960" y="286605"/>
            <a:ext cx="7543800" cy="70399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 fontScale="90000"/>
          </a:bodyPr>
          <a:lstStyle/>
          <a:p>
            <a:pPr marL="0" lvl="0" indent="0" algn="l" rtl="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rgbClr val="3F3F3F"/>
              </a:buClr>
              <a:buSzPct val="100000"/>
              <a:buFont typeface="Times New Roman"/>
              <a:buNone/>
            </a:pPr>
            <a:r>
              <a:rPr lang="en-AU"/>
              <a:t>Exceptions</a:t>
            </a:r>
            <a:endParaRPr/>
          </a:p>
        </p:txBody>
      </p:sp>
      <p:sp>
        <p:nvSpPr>
          <p:cNvPr id="563" name="Google Shape;563;p65"/>
          <p:cNvSpPr txBox="1">
            <a:spLocks noGrp="1"/>
          </p:cNvSpPr>
          <p:nvPr>
            <p:ph type="body" idx="1"/>
          </p:nvPr>
        </p:nvSpPr>
        <p:spPr>
          <a:xfrm>
            <a:off x="822959" y="1143000"/>
            <a:ext cx="7543801" cy="472609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0" bIns="45700" anchor="t" anchorCtr="0">
            <a:normAutofit fontScale="92500" lnSpcReduction="20000"/>
          </a:bodyPr>
          <a:lstStyle/>
          <a:p>
            <a:pPr marL="91440" lvl="0" indent="-117475" algn="l" rtl="0">
              <a:lnSpc>
                <a:spcPct val="170000"/>
              </a:lnSpc>
              <a:spcBef>
                <a:spcPts val="0"/>
              </a:spcBef>
              <a:spcAft>
                <a:spcPts val="0"/>
              </a:spcAft>
              <a:buSzPct val="100000"/>
              <a:buChar char=" "/>
            </a:pPr>
            <a:r>
              <a:rPr lang="en-AU"/>
              <a:t>Syntax of exceptions </a:t>
            </a:r>
            <a:endParaRPr/>
          </a:p>
          <a:p>
            <a:pPr marL="457200" lvl="1" indent="0" algn="l" rtl="0">
              <a:lnSpc>
                <a:spcPct val="120000"/>
              </a:lnSpc>
              <a:spcBef>
                <a:spcPts val="400"/>
              </a:spcBef>
              <a:spcAft>
                <a:spcPts val="0"/>
              </a:spcAft>
              <a:buSzPct val="100000"/>
              <a:buNone/>
            </a:pPr>
            <a:r>
              <a:rPr lang="en-AU"/>
              <a:t>BEGIN</a:t>
            </a:r>
            <a:endParaRPr/>
          </a:p>
          <a:p>
            <a:pPr marL="457200" lvl="1" indent="0" algn="l" rtl="0">
              <a:lnSpc>
                <a:spcPct val="120000"/>
              </a:lnSpc>
              <a:spcBef>
                <a:spcPts val="600"/>
              </a:spcBef>
              <a:spcAft>
                <a:spcPts val="0"/>
              </a:spcAft>
              <a:buSzPct val="100000"/>
              <a:buNone/>
            </a:pPr>
            <a:r>
              <a:rPr lang="en-AU"/>
              <a:t>	Statements ...</a:t>
            </a:r>
            <a:endParaRPr/>
          </a:p>
          <a:p>
            <a:pPr marL="457200" lvl="1" indent="0" algn="l" rtl="0">
              <a:lnSpc>
                <a:spcPct val="120000"/>
              </a:lnSpc>
              <a:spcBef>
                <a:spcPts val="600"/>
              </a:spcBef>
              <a:spcAft>
                <a:spcPts val="0"/>
              </a:spcAft>
              <a:buSzPct val="100000"/>
              <a:buNone/>
            </a:pPr>
            <a:r>
              <a:rPr lang="en-AU"/>
              <a:t>EXCEPTION</a:t>
            </a:r>
            <a:endParaRPr/>
          </a:p>
          <a:p>
            <a:pPr marL="457200" lvl="1" indent="0" algn="l" rtl="0">
              <a:lnSpc>
                <a:spcPct val="120000"/>
              </a:lnSpc>
              <a:spcBef>
                <a:spcPts val="600"/>
              </a:spcBef>
              <a:spcAft>
                <a:spcPts val="0"/>
              </a:spcAft>
              <a:buSzPct val="100000"/>
              <a:buNone/>
            </a:pPr>
            <a:r>
              <a:rPr lang="en-AU"/>
              <a:t>	WHEN Exceptions1 THEN</a:t>
            </a:r>
            <a:endParaRPr/>
          </a:p>
          <a:p>
            <a:pPr marL="457200" lvl="1" indent="0" algn="l" rtl="0">
              <a:lnSpc>
                <a:spcPct val="120000"/>
              </a:lnSpc>
              <a:spcBef>
                <a:spcPts val="600"/>
              </a:spcBef>
              <a:spcAft>
                <a:spcPts val="0"/>
              </a:spcAft>
              <a:buSzPct val="100000"/>
              <a:buNone/>
            </a:pPr>
            <a:r>
              <a:rPr lang="en-AU"/>
              <a:t>		StatementsForHandler1</a:t>
            </a:r>
            <a:endParaRPr/>
          </a:p>
          <a:p>
            <a:pPr marL="457200" lvl="1" indent="0" algn="l" rtl="0">
              <a:lnSpc>
                <a:spcPct val="120000"/>
              </a:lnSpc>
              <a:spcBef>
                <a:spcPts val="600"/>
              </a:spcBef>
              <a:spcAft>
                <a:spcPts val="0"/>
              </a:spcAft>
              <a:buSzPct val="100000"/>
              <a:buNone/>
            </a:pPr>
            <a:r>
              <a:rPr lang="en-AU"/>
              <a:t>	WHEN Exceptions2 THEN</a:t>
            </a:r>
            <a:endParaRPr/>
          </a:p>
          <a:p>
            <a:pPr marL="457200" lvl="1" indent="0" algn="l" rtl="0">
              <a:lnSpc>
                <a:spcPct val="120000"/>
              </a:lnSpc>
              <a:spcBef>
                <a:spcPts val="600"/>
              </a:spcBef>
              <a:spcAft>
                <a:spcPts val="0"/>
              </a:spcAft>
              <a:buSzPct val="100000"/>
              <a:buNone/>
            </a:pPr>
            <a:r>
              <a:rPr lang="en-AU"/>
              <a:t>		StatementsForHandler2</a:t>
            </a:r>
            <a:endParaRPr/>
          </a:p>
          <a:p>
            <a:pPr marL="457200" lvl="1" indent="0" algn="l" rtl="0">
              <a:lnSpc>
                <a:spcPct val="120000"/>
              </a:lnSpc>
              <a:spcBef>
                <a:spcPts val="600"/>
              </a:spcBef>
              <a:spcAft>
                <a:spcPts val="0"/>
              </a:spcAft>
              <a:buSzPct val="100000"/>
              <a:buNone/>
            </a:pPr>
            <a:r>
              <a:rPr lang="en-AU"/>
              <a:t>	...</a:t>
            </a:r>
            <a:endParaRPr/>
          </a:p>
          <a:p>
            <a:pPr marL="457200" lvl="1" indent="0" algn="l" rtl="0">
              <a:lnSpc>
                <a:spcPct val="120000"/>
              </a:lnSpc>
              <a:spcBef>
                <a:spcPts val="600"/>
              </a:spcBef>
              <a:spcAft>
                <a:spcPts val="0"/>
              </a:spcAft>
              <a:buSzPct val="100000"/>
              <a:buNone/>
            </a:pPr>
            <a:r>
              <a:rPr lang="en-AU"/>
              <a:t>END ;</a:t>
            </a:r>
            <a:endParaRPr/>
          </a:p>
          <a:p>
            <a:pPr marL="91440" lvl="0" indent="-117475" algn="l" rtl="0">
              <a:lnSpc>
                <a:spcPct val="170000"/>
              </a:lnSpc>
              <a:spcBef>
                <a:spcPts val="1600"/>
              </a:spcBef>
              <a:spcAft>
                <a:spcPts val="0"/>
              </a:spcAft>
              <a:buSzPct val="100000"/>
              <a:buChar char=" "/>
            </a:pPr>
            <a:r>
              <a:rPr lang="en-AU"/>
              <a:t>Each Exceptionsi could be an OR list of exception names, e.g.,</a:t>
            </a:r>
            <a:endParaRPr/>
          </a:p>
          <a:p>
            <a:pPr marL="384048" lvl="1" indent="-182879" algn="l" rtl="0">
              <a:lnSpc>
                <a:spcPct val="170000"/>
              </a:lnSpc>
              <a:spcBef>
                <a:spcPts val="400"/>
              </a:spcBef>
              <a:spcAft>
                <a:spcPts val="0"/>
              </a:spcAft>
              <a:buSzPct val="100000"/>
              <a:buChar char="◦"/>
            </a:pPr>
            <a:r>
              <a:rPr lang="en-AU"/>
              <a:t>division_by_zero OR floating_point_exception OR ...</a:t>
            </a:r>
            <a:endParaRPr/>
          </a:p>
        </p:txBody>
      </p:sp>
      <p:sp>
        <p:nvSpPr>
          <p:cNvPr id="564" name="Google Shape;564;p65"/>
          <p:cNvSpPr txBox="1">
            <a:spLocks noGrp="1"/>
          </p:cNvSpPr>
          <p:nvPr>
            <p:ph type="sldNum" idx="12"/>
          </p:nvPr>
        </p:nvSpPr>
        <p:spPr>
          <a:xfrm>
            <a:off x="7425344" y="6459786"/>
            <a:ext cx="984019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AU"/>
              <a:t>50</a:t>
            </a:fld>
            <a:endParaRPr/>
          </a:p>
        </p:txBody>
      </p:sp>
    </p:spTree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0" name="Google Shape;570;p66"/>
          <p:cNvSpPr txBox="1">
            <a:spLocks noGrp="1"/>
          </p:cNvSpPr>
          <p:nvPr>
            <p:ph type="title"/>
          </p:nvPr>
        </p:nvSpPr>
        <p:spPr>
          <a:xfrm>
            <a:off x="822960" y="286605"/>
            <a:ext cx="7543800" cy="70399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 fontScale="90000"/>
          </a:bodyPr>
          <a:lstStyle/>
          <a:p>
            <a:pPr marL="0" lvl="0" indent="0" algn="l" rtl="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rgbClr val="3F3F3F"/>
              </a:buClr>
              <a:buSzPct val="100000"/>
              <a:buFont typeface="Times New Roman"/>
              <a:buNone/>
            </a:pPr>
            <a:r>
              <a:rPr lang="en-AU"/>
              <a:t>Exceptions</a:t>
            </a:r>
            <a:r>
              <a:rPr lang="en-AU" sz="1800"/>
              <a:t>(cont.)</a:t>
            </a:r>
            <a:endParaRPr/>
          </a:p>
        </p:txBody>
      </p:sp>
      <p:sp>
        <p:nvSpPr>
          <p:cNvPr id="571" name="Google Shape;571;p66"/>
          <p:cNvSpPr txBox="1">
            <a:spLocks noGrp="1"/>
          </p:cNvSpPr>
          <p:nvPr>
            <p:ph type="body" idx="1"/>
          </p:nvPr>
        </p:nvSpPr>
        <p:spPr>
          <a:xfrm>
            <a:off x="822959" y="1143000"/>
            <a:ext cx="7543801" cy="472609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0" bIns="45700" anchor="t" anchorCtr="0">
            <a:normAutofit fontScale="92500" lnSpcReduction="10000"/>
          </a:bodyPr>
          <a:lstStyle/>
          <a:p>
            <a:pPr marL="91440" lvl="0" indent="-117475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ct val="100000"/>
              <a:buChar char=" "/>
            </a:pPr>
            <a:r>
              <a:rPr lang="en-AU"/>
              <a:t>Example:</a:t>
            </a:r>
            <a:endParaRPr/>
          </a:p>
          <a:p>
            <a:pPr marL="457200" lvl="1" indent="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ct val="100000"/>
              <a:buNone/>
            </a:pPr>
            <a:r>
              <a:rPr lang="en-AU"/>
              <a:t>-- table T contains one tuple ( ' Tom ' , ' Jones ')</a:t>
            </a:r>
            <a:endParaRPr/>
          </a:p>
          <a:p>
            <a:pPr marL="457200" lvl="1" indent="0" algn="l" rtl="0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SzPct val="100000"/>
              <a:buNone/>
            </a:pPr>
            <a:r>
              <a:rPr lang="en-AU"/>
              <a:t>DECLARE</a:t>
            </a:r>
            <a:endParaRPr/>
          </a:p>
          <a:p>
            <a:pPr marL="457200" lvl="1" indent="0" algn="l" rtl="0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SzPct val="100000"/>
              <a:buNone/>
            </a:pPr>
            <a:r>
              <a:rPr lang="en-AU"/>
              <a:t>	x INTEGER := 3;</a:t>
            </a:r>
            <a:endParaRPr/>
          </a:p>
          <a:p>
            <a:pPr marL="457200" lvl="1" indent="0" algn="l" rtl="0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SzPct val="100000"/>
              <a:buNone/>
            </a:pPr>
            <a:r>
              <a:rPr lang="en-AU"/>
              <a:t>BEGIN</a:t>
            </a:r>
            <a:endParaRPr/>
          </a:p>
          <a:p>
            <a:pPr marL="457200" lvl="1" indent="0" algn="l" rtl="0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SzPct val="100000"/>
              <a:buNone/>
            </a:pPr>
            <a:r>
              <a:rPr lang="en-AU"/>
              <a:t>	UPDATE T SET firstname = ' Joe ' WHERE lastname = ' Jones ';</a:t>
            </a:r>
            <a:endParaRPr/>
          </a:p>
          <a:p>
            <a:pPr marL="457200" lvl="1" indent="0" algn="l" rtl="0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SzPct val="100000"/>
              <a:buNone/>
            </a:pPr>
            <a:r>
              <a:rPr lang="en-AU"/>
              <a:t>	-- table T now contains ( ' Joe ' , ' Jones ')</a:t>
            </a:r>
            <a:endParaRPr/>
          </a:p>
          <a:p>
            <a:pPr marL="457200" lvl="1" indent="0" algn="l" rtl="0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SzPct val="100000"/>
              <a:buNone/>
            </a:pPr>
            <a:r>
              <a:rPr lang="en-AU"/>
              <a:t>	x := x + 1;</a:t>
            </a:r>
            <a:endParaRPr/>
          </a:p>
          <a:p>
            <a:pPr marL="457200" lvl="1" indent="0" algn="l" rtl="0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SzPct val="100000"/>
              <a:buNone/>
            </a:pPr>
            <a:r>
              <a:rPr lang="en-AU"/>
              <a:t>         y := x / 0;</a:t>
            </a:r>
            <a:endParaRPr/>
          </a:p>
          <a:p>
            <a:pPr marL="457200" lvl="1" indent="0" algn="l" rtl="0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SzPct val="100000"/>
              <a:buNone/>
            </a:pPr>
            <a:r>
              <a:rPr lang="en-AU"/>
              <a:t>EXCEPTION</a:t>
            </a:r>
            <a:endParaRPr/>
          </a:p>
          <a:p>
            <a:pPr marL="457200" lvl="1" indent="0" algn="l" rtl="0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SzPct val="100000"/>
              <a:buNone/>
            </a:pPr>
            <a:r>
              <a:rPr lang="en-AU"/>
              <a:t>	WHEN division_by_zero THEN</a:t>
            </a:r>
            <a:endParaRPr/>
          </a:p>
          <a:p>
            <a:pPr marL="457200" lvl="1" indent="0" algn="l" rtl="0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SzPct val="100000"/>
              <a:buNone/>
            </a:pPr>
            <a:r>
              <a:rPr lang="en-AU"/>
              <a:t>	-- update on T is rolled back to ( ' Tom ' , ' Jones ')</a:t>
            </a:r>
            <a:endParaRPr/>
          </a:p>
          <a:p>
            <a:pPr marL="457200" lvl="1" indent="0" algn="l" rtl="0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SzPct val="100000"/>
              <a:buNone/>
            </a:pPr>
            <a:r>
              <a:rPr lang="en-AU"/>
              <a:t>	RAISE NOTICE ' Caught division_by_zero ';</a:t>
            </a:r>
            <a:endParaRPr/>
          </a:p>
          <a:p>
            <a:pPr marL="457200" lvl="1" indent="0" algn="l" rtl="0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SzPct val="100000"/>
              <a:buNone/>
            </a:pPr>
            <a:r>
              <a:rPr lang="en-AU"/>
              <a:t>	RETURN x ;</a:t>
            </a:r>
            <a:endParaRPr/>
          </a:p>
          <a:p>
            <a:pPr marL="457200" lvl="1" indent="0" algn="l" rtl="0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SzPct val="100000"/>
              <a:buNone/>
            </a:pPr>
            <a:r>
              <a:rPr lang="en-AU"/>
              <a:t>	-- value returned is 4</a:t>
            </a:r>
            <a:endParaRPr/>
          </a:p>
          <a:p>
            <a:pPr marL="457200" lvl="1" indent="0" algn="l" rtl="0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SzPct val="100000"/>
              <a:buNone/>
            </a:pPr>
            <a:r>
              <a:rPr lang="en-AU"/>
              <a:t>END ;</a:t>
            </a:r>
            <a:endParaRPr/>
          </a:p>
        </p:txBody>
      </p:sp>
      <p:sp>
        <p:nvSpPr>
          <p:cNvPr id="572" name="Google Shape;572;p66"/>
          <p:cNvSpPr txBox="1">
            <a:spLocks noGrp="1"/>
          </p:cNvSpPr>
          <p:nvPr>
            <p:ph type="sldNum" idx="12"/>
          </p:nvPr>
        </p:nvSpPr>
        <p:spPr>
          <a:xfrm>
            <a:off x="7425344" y="6459786"/>
            <a:ext cx="984019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AU"/>
              <a:t>51</a:t>
            </a:fld>
            <a:endParaRPr/>
          </a:p>
        </p:txBody>
      </p:sp>
      <p:sp>
        <p:nvSpPr>
          <p:cNvPr id="573" name="Google Shape;573;p66"/>
          <p:cNvSpPr/>
          <p:nvPr/>
        </p:nvSpPr>
        <p:spPr>
          <a:xfrm>
            <a:off x="822959" y="1148254"/>
            <a:ext cx="7025641" cy="4720839"/>
          </a:xfrm>
          <a:prstGeom prst="rect">
            <a:avLst/>
          </a:prstGeom>
          <a:noFill/>
          <a:ln w="9525" cap="flat" cmpd="sng">
            <a:solidFill>
              <a:schemeClr val="accen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accen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574" name="Google Shape;574;p66"/>
          <p:cNvSpPr/>
          <p:nvPr/>
        </p:nvSpPr>
        <p:spPr>
          <a:xfrm>
            <a:off x="975359" y="3657601"/>
            <a:ext cx="5958841" cy="1752599"/>
          </a:xfrm>
          <a:prstGeom prst="rect">
            <a:avLst/>
          </a:prstGeom>
          <a:noFill/>
          <a:ln w="9525" cap="flat" cmpd="sng">
            <a:solidFill>
              <a:schemeClr val="accen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accen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9" name="Google Shape;579;p67"/>
          <p:cNvSpPr txBox="1">
            <a:spLocks noGrp="1"/>
          </p:cNvSpPr>
          <p:nvPr>
            <p:ph type="title"/>
          </p:nvPr>
        </p:nvSpPr>
        <p:spPr>
          <a:xfrm>
            <a:off x="822960" y="286605"/>
            <a:ext cx="7543800" cy="70399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 fontScale="90000"/>
          </a:bodyPr>
          <a:lstStyle/>
          <a:p>
            <a:pPr marL="0" lvl="0" indent="0" algn="l" rtl="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rgbClr val="3F3F3F"/>
              </a:buClr>
              <a:buSzPct val="100000"/>
              <a:buFont typeface="Times New Roman"/>
              <a:buNone/>
            </a:pPr>
            <a:r>
              <a:rPr lang="en-AU"/>
              <a:t>Exceptions</a:t>
            </a:r>
            <a:r>
              <a:rPr lang="en-AU" sz="1800"/>
              <a:t>(cont.)</a:t>
            </a:r>
            <a:endParaRPr/>
          </a:p>
        </p:txBody>
      </p:sp>
      <p:sp>
        <p:nvSpPr>
          <p:cNvPr id="580" name="Google Shape;580;p67"/>
          <p:cNvSpPr txBox="1">
            <a:spLocks noGrp="1"/>
          </p:cNvSpPr>
          <p:nvPr>
            <p:ph type="body" idx="1"/>
          </p:nvPr>
        </p:nvSpPr>
        <p:spPr>
          <a:xfrm>
            <a:off x="822959" y="1143000"/>
            <a:ext cx="7543801" cy="472609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0" bIns="45700" anchor="t" anchorCtr="0">
            <a:normAutofit/>
          </a:bodyPr>
          <a:lstStyle/>
          <a:p>
            <a:pPr marL="91440" lvl="0" indent="-12700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SzPts val="2000"/>
              <a:buChar char=" "/>
            </a:pPr>
            <a:r>
              <a:rPr lang="en-AU"/>
              <a:t>The </a:t>
            </a:r>
            <a:r>
              <a:rPr lang="en-AU" b="1" i="1"/>
              <a:t>RAISE</a:t>
            </a:r>
            <a:r>
              <a:rPr lang="en-AU"/>
              <a:t> operator generates server log entries, e.g.</a:t>
            </a:r>
            <a:endParaRPr/>
          </a:p>
          <a:p>
            <a:pPr marL="384048" lvl="1" indent="-182880" algn="l" rtl="0">
              <a:lnSpc>
                <a:spcPct val="160000"/>
              </a:lnSpc>
              <a:spcBef>
                <a:spcPts val="400"/>
              </a:spcBef>
              <a:spcAft>
                <a:spcPts val="0"/>
              </a:spcAft>
              <a:buSzPts val="1800"/>
              <a:buChar char="◦"/>
            </a:pPr>
            <a:r>
              <a:rPr lang="en-AU"/>
              <a:t>RAISE DEBUG ' Simple message ';</a:t>
            </a:r>
            <a:endParaRPr/>
          </a:p>
          <a:p>
            <a:pPr marL="384048" lvl="1" indent="-182880" algn="l" rtl="0">
              <a:lnSpc>
                <a:spcPct val="160000"/>
              </a:lnSpc>
              <a:spcBef>
                <a:spcPts val="600"/>
              </a:spcBef>
              <a:spcAft>
                <a:spcPts val="0"/>
              </a:spcAft>
              <a:buSzPts val="1800"/>
              <a:buChar char="◦"/>
            </a:pPr>
            <a:r>
              <a:rPr lang="en-AU"/>
              <a:t>RAISE NOTICE ' User = % ' , user_id ;</a:t>
            </a:r>
            <a:endParaRPr/>
          </a:p>
          <a:p>
            <a:pPr marL="384048" lvl="1" indent="-182880" algn="l" rtl="0">
              <a:lnSpc>
                <a:spcPct val="160000"/>
              </a:lnSpc>
              <a:spcBef>
                <a:spcPts val="600"/>
              </a:spcBef>
              <a:spcAft>
                <a:spcPts val="0"/>
              </a:spcAft>
              <a:buSzPts val="1800"/>
              <a:buChar char="◦"/>
            </a:pPr>
            <a:r>
              <a:rPr lang="en-AU"/>
              <a:t>RAISE EXCEPTION ' Fatal : value was % ' , value ;</a:t>
            </a:r>
            <a:endParaRPr/>
          </a:p>
          <a:p>
            <a:pPr marL="91440" lvl="0" indent="-127000" algn="l" rtl="0">
              <a:lnSpc>
                <a:spcPct val="160000"/>
              </a:lnSpc>
              <a:spcBef>
                <a:spcPts val="1600"/>
              </a:spcBef>
              <a:spcAft>
                <a:spcPts val="0"/>
              </a:spcAft>
              <a:buSzPts val="2000"/>
              <a:buChar char=" "/>
            </a:pPr>
            <a:r>
              <a:rPr lang="en-AU"/>
              <a:t>There are several levels of severity:</a:t>
            </a:r>
            <a:endParaRPr/>
          </a:p>
          <a:p>
            <a:pPr marL="384048" lvl="1" indent="-182880" algn="l" rtl="0">
              <a:lnSpc>
                <a:spcPct val="160000"/>
              </a:lnSpc>
              <a:spcBef>
                <a:spcPts val="400"/>
              </a:spcBef>
              <a:spcAft>
                <a:spcPts val="0"/>
              </a:spcAft>
              <a:buSzPts val="1800"/>
              <a:buChar char="◦"/>
            </a:pPr>
            <a:r>
              <a:rPr lang="en-AU"/>
              <a:t>DEBUG, LOG, INFO, NOTICE, WARNING, and EXCEPTION</a:t>
            </a:r>
            <a:endParaRPr/>
          </a:p>
          <a:p>
            <a:pPr marL="384048" lvl="1" indent="-182880" algn="l" rtl="0">
              <a:lnSpc>
                <a:spcPct val="160000"/>
              </a:lnSpc>
              <a:spcBef>
                <a:spcPts val="600"/>
              </a:spcBef>
              <a:spcAft>
                <a:spcPts val="0"/>
              </a:spcAft>
              <a:buSzPts val="1800"/>
              <a:buChar char="◦"/>
            </a:pPr>
            <a:r>
              <a:rPr lang="en-AU"/>
              <a:t>not all severities generate a message to the client</a:t>
            </a:r>
            <a:endParaRPr/>
          </a:p>
        </p:txBody>
      </p:sp>
      <p:sp>
        <p:nvSpPr>
          <p:cNvPr id="581" name="Google Shape;581;p67"/>
          <p:cNvSpPr txBox="1">
            <a:spLocks noGrp="1"/>
          </p:cNvSpPr>
          <p:nvPr>
            <p:ph type="sldNum" idx="12"/>
          </p:nvPr>
        </p:nvSpPr>
        <p:spPr>
          <a:xfrm>
            <a:off x="7425344" y="6459786"/>
            <a:ext cx="984019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AU"/>
              <a:t>52</a:t>
            </a:fld>
            <a:endParaRPr/>
          </a:p>
        </p:txBody>
      </p:sp>
    </p:spTree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7" name="Google Shape;587;p68"/>
          <p:cNvSpPr txBox="1">
            <a:spLocks noGrp="1"/>
          </p:cNvSpPr>
          <p:nvPr>
            <p:ph type="title"/>
          </p:nvPr>
        </p:nvSpPr>
        <p:spPr>
          <a:xfrm>
            <a:off x="822960" y="286605"/>
            <a:ext cx="7543800" cy="704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 fontScale="90000"/>
          </a:bodyPr>
          <a:lstStyle/>
          <a:p>
            <a:pPr marL="0" lvl="0" indent="0" algn="l" rtl="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rgbClr val="3F3F3F"/>
              </a:buClr>
              <a:buSzPct val="100000"/>
              <a:buFont typeface="Times New Roman"/>
              <a:buNone/>
            </a:pPr>
            <a:r>
              <a:rPr lang="en-AU"/>
              <a:t>Cursors</a:t>
            </a:r>
            <a:endParaRPr/>
          </a:p>
        </p:txBody>
      </p:sp>
      <p:sp>
        <p:nvSpPr>
          <p:cNvPr id="588" name="Google Shape;588;p68"/>
          <p:cNvSpPr txBox="1">
            <a:spLocks noGrp="1"/>
          </p:cNvSpPr>
          <p:nvPr>
            <p:ph type="body" idx="1"/>
          </p:nvPr>
        </p:nvSpPr>
        <p:spPr>
          <a:xfrm>
            <a:off x="822959" y="1143000"/>
            <a:ext cx="7543800" cy="4726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0" bIns="45700" anchor="t" anchorCtr="0">
            <a:normAutofit/>
          </a:bodyPr>
          <a:lstStyle/>
          <a:p>
            <a:pPr marL="91440" lvl="0" indent="-12700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000"/>
              <a:buChar char=" "/>
            </a:pPr>
            <a:r>
              <a:rPr lang="en-AU" b="1" i="1"/>
              <a:t>A cursor </a:t>
            </a:r>
            <a:r>
              <a:rPr lang="en-AU"/>
              <a:t>is an object that retrieves rows from a result table</a:t>
            </a:r>
            <a:endParaRPr/>
          </a:p>
          <a:p>
            <a:pPr marL="91440" lvl="0" indent="-127000" algn="l" rtl="0">
              <a:lnSpc>
                <a:spcPct val="90000"/>
              </a:lnSpc>
              <a:spcBef>
                <a:spcPts val="1400"/>
              </a:spcBef>
              <a:spcAft>
                <a:spcPts val="0"/>
              </a:spcAft>
              <a:buSzPts val="2000"/>
              <a:buChar char=" "/>
            </a:pPr>
            <a:r>
              <a:rPr lang="en-AU" i="1"/>
              <a:t>A cursor is linked to a query, c</a:t>
            </a:r>
            <a:r>
              <a:rPr lang="en-AU"/>
              <a:t>ursors move sequentially from row to row of a result table</a:t>
            </a:r>
            <a:endParaRPr/>
          </a:p>
          <a:p>
            <a:pPr marL="91440" lvl="0" indent="-127000" algn="l" rtl="0">
              <a:lnSpc>
                <a:spcPct val="90000"/>
              </a:lnSpc>
              <a:spcBef>
                <a:spcPts val="1400"/>
              </a:spcBef>
              <a:spcAft>
                <a:spcPts val="0"/>
              </a:spcAft>
              <a:buSzPts val="2000"/>
              <a:buChar char=" "/>
            </a:pPr>
            <a:r>
              <a:rPr lang="en-AU"/>
              <a:t>Useful for applications to retrieve each row sequentially from the result table.</a:t>
            </a:r>
            <a:endParaRPr/>
          </a:p>
          <a:p>
            <a:pPr marL="91440" lvl="0" indent="-127000" algn="l" rtl="0">
              <a:lnSpc>
                <a:spcPct val="90000"/>
              </a:lnSpc>
              <a:spcBef>
                <a:spcPts val="1400"/>
              </a:spcBef>
              <a:spcAft>
                <a:spcPts val="0"/>
              </a:spcAft>
              <a:buSzPts val="2000"/>
              <a:buChar char=" "/>
            </a:pPr>
            <a:r>
              <a:rPr lang="en-AU"/>
              <a:t>What happen when the cursor reaches the end of a result table?</a:t>
            </a:r>
            <a:endParaRPr/>
          </a:p>
        </p:txBody>
      </p:sp>
      <p:sp>
        <p:nvSpPr>
          <p:cNvPr id="589" name="Google Shape;589;p68"/>
          <p:cNvSpPr txBox="1">
            <a:spLocks noGrp="1"/>
          </p:cNvSpPr>
          <p:nvPr>
            <p:ph type="sldNum" idx="12"/>
          </p:nvPr>
        </p:nvSpPr>
        <p:spPr>
          <a:xfrm>
            <a:off x="7425344" y="6459786"/>
            <a:ext cx="9840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AU"/>
              <a:t>53</a:t>
            </a:fld>
            <a:endParaRPr/>
          </a:p>
        </p:txBody>
      </p:sp>
      <p:graphicFrame>
        <p:nvGraphicFramePr>
          <p:cNvPr id="590" name="Google Shape;590;p68"/>
          <p:cNvGraphicFramePr/>
          <p:nvPr/>
        </p:nvGraphicFramePr>
        <p:xfrm>
          <a:off x="1905000" y="4190999"/>
          <a:ext cx="6096000" cy="1483400"/>
        </p:xfrm>
        <a:graphic>
          <a:graphicData uri="http://schemas.openxmlformats.org/drawingml/2006/table">
            <a:tbl>
              <a:tblPr firstRow="1" bandRow="1">
                <a:noFill/>
                <a:tableStyleId>{7643368D-5839-408D-807D-AB2263CD1EC3}</a:tableStyleId>
              </a:tblPr>
              <a:tblGrid>
                <a:gridCol w="2032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032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0320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70850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AU" sz="1800" u="none" strike="noStrike" cap="none"/>
                        <a:t>Id</a:t>
                      </a:r>
                      <a:endParaRPr sz="1800"/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AU" sz="1800"/>
                        <a:t>Name</a:t>
                      </a:r>
                      <a:endParaRPr sz="1800"/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AU" sz="1800"/>
                        <a:t>Salary</a:t>
                      </a:r>
                      <a:endParaRPr sz="1800"/>
                    </a:p>
                  </a:txBody>
                  <a:tcPr marL="91450" marR="91450" marT="45725" marB="45725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0850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AU" sz="1800"/>
                        <a:t>961234</a:t>
                      </a:r>
                      <a:endParaRPr/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AU" sz="1800"/>
                        <a:t>John Smith </a:t>
                      </a:r>
                      <a:endParaRPr/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AU" sz="1800"/>
                        <a:t>35000.00</a:t>
                      </a:r>
                      <a:endParaRPr/>
                    </a:p>
                  </a:txBody>
                  <a:tcPr marL="91450" marR="91450" marT="45725" marB="45725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70850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AU" sz="1800"/>
                        <a:t>954321</a:t>
                      </a:r>
                      <a:endParaRPr/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AU" sz="1800"/>
                        <a:t>Kevin Smith</a:t>
                      </a:r>
                      <a:endParaRPr/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AU" sz="1800"/>
                        <a:t>48000.00</a:t>
                      </a:r>
                      <a:endParaRPr/>
                    </a:p>
                  </a:txBody>
                  <a:tcPr marL="91450" marR="91450" marT="45725" marB="45725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70850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AU" sz="1800"/>
                        <a:t>912222</a:t>
                      </a:r>
                      <a:endParaRPr/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AU" sz="1800"/>
                        <a:t>David Smith</a:t>
                      </a:r>
                      <a:endParaRPr/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AU" sz="1800"/>
                        <a:t>31000.00</a:t>
                      </a:r>
                      <a:endParaRPr/>
                    </a:p>
                  </a:txBody>
                  <a:tcPr marL="91450" marR="91450" marT="45725" marB="45725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591" name="Google Shape;591;p68"/>
          <p:cNvSpPr txBox="1"/>
          <p:nvPr/>
        </p:nvSpPr>
        <p:spPr>
          <a:xfrm>
            <a:off x="1905000" y="3733800"/>
            <a:ext cx="1905000" cy="369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AU" sz="18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Employees</a:t>
            </a:r>
            <a:endParaRPr/>
          </a:p>
        </p:txBody>
      </p:sp>
      <p:sp>
        <p:nvSpPr>
          <p:cNvPr id="592" name="Google Shape;592;p68"/>
          <p:cNvSpPr txBox="1"/>
          <p:nvPr/>
        </p:nvSpPr>
        <p:spPr>
          <a:xfrm>
            <a:off x="429651" y="4595873"/>
            <a:ext cx="990600" cy="369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AU" sz="18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cursor</a:t>
            </a:r>
            <a:endParaRPr/>
          </a:p>
        </p:txBody>
      </p:sp>
      <p:cxnSp>
        <p:nvCxnSpPr>
          <p:cNvPr id="593" name="Google Shape;593;p68"/>
          <p:cNvCxnSpPr/>
          <p:nvPr/>
        </p:nvCxnSpPr>
        <p:spPr>
          <a:xfrm>
            <a:off x="1191651" y="4780539"/>
            <a:ext cx="533400" cy="0"/>
          </a:xfrm>
          <a:prstGeom prst="straightConnector1">
            <a:avLst/>
          </a:prstGeom>
          <a:noFill/>
          <a:ln w="22225" cap="flat" cmpd="sng">
            <a:solidFill>
              <a:srgbClr val="FF0000"/>
            </a:solidFill>
            <a:prstDash val="dash"/>
            <a:round/>
            <a:headEnd type="none" w="sm" len="sm"/>
            <a:tailEnd type="stealth" w="med" len="med"/>
          </a:ln>
        </p:spPr>
      </p:cxnSp>
    </p:spTree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9" name="Google Shape;599;p69"/>
          <p:cNvSpPr txBox="1">
            <a:spLocks noGrp="1"/>
          </p:cNvSpPr>
          <p:nvPr>
            <p:ph type="title"/>
          </p:nvPr>
        </p:nvSpPr>
        <p:spPr>
          <a:xfrm>
            <a:off x="822960" y="286605"/>
            <a:ext cx="7543800" cy="704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 fontScale="90000"/>
          </a:bodyPr>
          <a:lstStyle/>
          <a:p>
            <a:pPr marL="0" lvl="0" indent="0" algn="l" rtl="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rgbClr val="3F3F3F"/>
              </a:buClr>
              <a:buSzPct val="100000"/>
              <a:buFont typeface="Times New Roman"/>
              <a:buNone/>
            </a:pPr>
            <a:r>
              <a:rPr lang="en-AU"/>
              <a:t>Cursors	</a:t>
            </a:r>
            <a:endParaRPr/>
          </a:p>
        </p:txBody>
      </p:sp>
      <p:sp>
        <p:nvSpPr>
          <p:cNvPr id="600" name="Google Shape;600;p69"/>
          <p:cNvSpPr txBox="1">
            <a:spLocks noGrp="1"/>
          </p:cNvSpPr>
          <p:nvPr>
            <p:ph type="body" idx="1"/>
          </p:nvPr>
        </p:nvSpPr>
        <p:spPr>
          <a:xfrm>
            <a:off x="822959" y="1143000"/>
            <a:ext cx="7543800" cy="4726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0" bIns="45700" anchor="t" anchorCtr="0">
            <a:normAutofit/>
          </a:bodyPr>
          <a:lstStyle/>
          <a:p>
            <a:pPr marL="91440" lvl="0" indent="-12700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2000"/>
              <a:buChar char=" "/>
            </a:pPr>
            <a:r>
              <a:rPr lang="en-AU"/>
              <a:t>Benefits of cursors:</a:t>
            </a:r>
            <a:endParaRPr/>
          </a:p>
          <a:p>
            <a:pPr marL="384048" lvl="1" indent="-182880" algn="l" rtl="0">
              <a:lnSpc>
                <a:spcPct val="150000"/>
              </a:lnSpc>
              <a:spcBef>
                <a:spcPts val="400"/>
              </a:spcBef>
              <a:spcAft>
                <a:spcPts val="0"/>
              </a:spcAft>
              <a:buSzPts val="1800"/>
              <a:buChar char="◦"/>
            </a:pPr>
            <a:r>
              <a:rPr lang="en-AU"/>
              <a:t>Save network bandwidth and time. We don’t need to wait for whole result set to be retrieved/ processed.</a:t>
            </a:r>
            <a:endParaRPr/>
          </a:p>
          <a:p>
            <a:pPr marL="384048" lvl="1" indent="-182880" algn="l" rtl="0">
              <a:lnSpc>
                <a:spcPct val="150000"/>
              </a:lnSpc>
              <a:spcBef>
                <a:spcPts val="600"/>
              </a:spcBef>
              <a:spcAft>
                <a:spcPts val="0"/>
              </a:spcAft>
              <a:buSzPts val="1800"/>
              <a:buChar char="◦"/>
            </a:pPr>
            <a:r>
              <a:rPr lang="en-AU"/>
              <a:t>Since the cursor already stores the value of a row, other database processes can continue to update or delete other rows on the table, </a:t>
            </a:r>
            <a:endParaRPr/>
          </a:p>
          <a:p>
            <a:pPr marL="384048" lvl="1" indent="-182880" algn="l" rtl="0">
              <a:lnSpc>
                <a:spcPct val="150000"/>
              </a:lnSpc>
              <a:spcBef>
                <a:spcPts val="600"/>
              </a:spcBef>
              <a:spcAft>
                <a:spcPts val="0"/>
              </a:spcAft>
              <a:buSzPts val="1800"/>
              <a:buChar char="◦"/>
            </a:pPr>
            <a:r>
              <a:rPr lang="en-AU"/>
              <a:t>You can return a cursor in a pl/pgsql function.</a:t>
            </a:r>
            <a:endParaRPr/>
          </a:p>
          <a:p>
            <a:pPr marL="91440" lvl="0" indent="0" algn="l" rtl="0">
              <a:lnSpc>
                <a:spcPct val="150000"/>
              </a:lnSpc>
              <a:spcBef>
                <a:spcPts val="1600"/>
              </a:spcBef>
              <a:spcAft>
                <a:spcPts val="0"/>
              </a:spcAft>
              <a:buSzPts val="2000"/>
              <a:buNone/>
            </a:pPr>
            <a:endParaRPr/>
          </a:p>
          <a:p>
            <a:pPr marL="91440" lvl="0" indent="0" algn="l" rtl="0">
              <a:lnSpc>
                <a:spcPct val="150000"/>
              </a:lnSpc>
              <a:spcBef>
                <a:spcPts val="1400"/>
              </a:spcBef>
              <a:spcAft>
                <a:spcPts val="0"/>
              </a:spcAft>
              <a:buSzPts val="2000"/>
              <a:buNone/>
            </a:pPr>
            <a:endParaRPr/>
          </a:p>
          <a:p>
            <a:pPr marL="91440" lvl="0" indent="0" algn="l" rtl="0">
              <a:lnSpc>
                <a:spcPct val="150000"/>
              </a:lnSpc>
              <a:spcBef>
                <a:spcPts val="1400"/>
              </a:spcBef>
              <a:spcAft>
                <a:spcPts val="0"/>
              </a:spcAft>
              <a:buSzPts val="2000"/>
              <a:buNone/>
            </a:pPr>
            <a:endParaRPr/>
          </a:p>
        </p:txBody>
      </p:sp>
      <p:sp>
        <p:nvSpPr>
          <p:cNvPr id="601" name="Google Shape;601;p69"/>
          <p:cNvSpPr txBox="1">
            <a:spLocks noGrp="1"/>
          </p:cNvSpPr>
          <p:nvPr>
            <p:ph type="sldNum" idx="12"/>
          </p:nvPr>
        </p:nvSpPr>
        <p:spPr>
          <a:xfrm>
            <a:off x="7425344" y="6459786"/>
            <a:ext cx="9840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AU"/>
              <a:t>54</a:t>
            </a:fld>
            <a:endParaRPr/>
          </a:p>
        </p:txBody>
      </p:sp>
    </p:spTree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7" name="Google Shape;607;p70"/>
          <p:cNvSpPr txBox="1">
            <a:spLocks noGrp="1"/>
          </p:cNvSpPr>
          <p:nvPr>
            <p:ph type="title"/>
          </p:nvPr>
        </p:nvSpPr>
        <p:spPr>
          <a:xfrm>
            <a:off x="822960" y="286605"/>
            <a:ext cx="7543800" cy="704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 fontScale="90000"/>
          </a:bodyPr>
          <a:lstStyle/>
          <a:p>
            <a:pPr marL="0" lvl="0" indent="0" algn="l" rtl="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rgbClr val="3F3F3F"/>
              </a:buClr>
              <a:buSzPct val="100000"/>
              <a:buFont typeface="Times New Roman"/>
              <a:buNone/>
            </a:pPr>
            <a:r>
              <a:rPr lang="en-AU"/>
              <a:t>Cursors</a:t>
            </a:r>
            <a:r>
              <a:rPr lang="en-AU" sz="1800"/>
              <a:t>(cont.)</a:t>
            </a:r>
            <a:endParaRPr/>
          </a:p>
        </p:txBody>
      </p:sp>
      <p:sp>
        <p:nvSpPr>
          <p:cNvPr id="608" name="Google Shape;608;p70"/>
          <p:cNvSpPr txBox="1">
            <a:spLocks noGrp="1"/>
          </p:cNvSpPr>
          <p:nvPr>
            <p:ph type="body" idx="1"/>
          </p:nvPr>
        </p:nvSpPr>
        <p:spPr>
          <a:xfrm>
            <a:off x="838200" y="1143000"/>
            <a:ext cx="8229600" cy="5029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0" bIns="45700" anchor="t" anchorCtr="0">
            <a:noAutofit/>
          </a:bodyPr>
          <a:lstStyle/>
          <a:p>
            <a:pPr marL="91440" lvl="0" indent="-10795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700"/>
              <a:buChar char=" "/>
            </a:pPr>
            <a:r>
              <a:rPr lang="en-AU" sz="1700"/>
              <a:t>A FOR loop works with a built-in cursor. There are also explicit cursors in pl/pgsql.</a:t>
            </a:r>
            <a:br>
              <a:rPr lang="en-AU" sz="1700"/>
            </a:br>
            <a:r>
              <a:rPr lang="en-AU" sz="1700"/>
              <a:t>Requires: </a:t>
            </a:r>
            <a:r>
              <a:rPr lang="en-AU" sz="1700" b="1" i="1"/>
              <a:t>RECORD</a:t>
            </a:r>
            <a:r>
              <a:rPr lang="en-AU" sz="1700"/>
              <a:t> variable or </a:t>
            </a:r>
            <a:r>
              <a:rPr lang="en-AU" sz="1700" b="1" i="1"/>
              <a:t>Table%ROWTYPE </a:t>
            </a:r>
            <a:r>
              <a:rPr lang="en-AU" sz="1700"/>
              <a:t>variable</a:t>
            </a:r>
            <a:br>
              <a:rPr lang="en-AU" sz="1700"/>
            </a:br>
            <a:endParaRPr sz="1700"/>
          </a:p>
          <a:p>
            <a:pPr marL="457200" lvl="1" indent="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700"/>
              <a:buNone/>
            </a:pPr>
            <a:r>
              <a:rPr lang="en-AU" sz="1700"/>
              <a:t>Create Function totalSalary() Returns real As $$</a:t>
            </a:r>
            <a:endParaRPr/>
          </a:p>
          <a:p>
            <a:pPr marL="457200" lvl="1" indent="0" algn="l" rtl="0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SzPts val="1700"/>
              <a:buNone/>
            </a:pPr>
            <a:r>
              <a:rPr lang="en-AU" sz="1700"/>
              <a:t>Declare</a:t>
            </a:r>
            <a:endParaRPr/>
          </a:p>
          <a:p>
            <a:pPr marL="457200" lvl="1" indent="0" algn="l" rtl="0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SzPts val="1700"/>
              <a:buNone/>
            </a:pPr>
            <a:r>
              <a:rPr lang="en-AU" sz="1700"/>
              <a:t>	</a:t>
            </a:r>
            <a:r>
              <a:rPr lang="en-AU" sz="1700" b="1">
                <a:solidFill>
                  <a:srgbClr val="00B0F0"/>
                </a:solidFill>
              </a:rPr>
              <a:t>employee</a:t>
            </a:r>
            <a:r>
              <a:rPr lang="en-AU" sz="1700"/>
              <a:t> </a:t>
            </a:r>
            <a:r>
              <a:rPr lang="en-AU" sz="1700" b="1">
                <a:solidFill>
                  <a:srgbClr val="00B0F0"/>
                </a:solidFill>
              </a:rPr>
              <a:t>RECORD</a:t>
            </a:r>
            <a:r>
              <a:rPr lang="en-AU" sz="1700"/>
              <a:t>;</a:t>
            </a:r>
            <a:endParaRPr/>
          </a:p>
          <a:p>
            <a:pPr marL="457200" lvl="1" indent="0" algn="l" rtl="0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SzPts val="1700"/>
              <a:buNone/>
            </a:pPr>
            <a:r>
              <a:rPr lang="en-AU" sz="1700"/>
              <a:t>	totalSalary REAL:=0;</a:t>
            </a:r>
            <a:endParaRPr/>
          </a:p>
          <a:p>
            <a:pPr marL="457200" lvl="1" indent="0" algn="l" rtl="0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SzPts val="1700"/>
              <a:buNone/>
            </a:pPr>
            <a:r>
              <a:rPr lang="en-AU" sz="1700"/>
              <a:t>Begin</a:t>
            </a:r>
            <a:endParaRPr/>
          </a:p>
          <a:p>
            <a:pPr marL="457200" lvl="1" indent="0" algn="l" rtl="0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SzPts val="1700"/>
              <a:buNone/>
            </a:pPr>
            <a:r>
              <a:rPr lang="en-AU" sz="1700"/>
              <a:t>	</a:t>
            </a:r>
            <a:r>
              <a:rPr lang="en-AU" sz="1700" b="1"/>
              <a:t>FOR </a:t>
            </a:r>
            <a:r>
              <a:rPr lang="en-AU" sz="1700" b="1">
                <a:solidFill>
                  <a:srgbClr val="00B0F0"/>
                </a:solidFill>
              </a:rPr>
              <a:t>employee</a:t>
            </a:r>
            <a:r>
              <a:rPr lang="en-AU" sz="1700" b="1"/>
              <a:t> IN </a:t>
            </a:r>
            <a:r>
              <a:rPr lang="en-AU" sz="1700"/>
              <a:t>SELECT * FROM Employees</a:t>
            </a:r>
            <a:endParaRPr/>
          </a:p>
          <a:p>
            <a:pPr marL="457200" lvl="1" indent="0" algn="l" rtl="0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SzPts val="1700"/>
              <a:buNone/>
            </a:pPr>
            <a:r>
              <a:rPr lang="en-AU" sz="1700"/>
              <a:t>	Loop</a:t>
            </a:r>
            <a:endParaRPr/>
          </a:p>
          <a:p>
            <a:pPr marL="457200" lvl="1" indent="0" algn="l" rtl="0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SzPts val="1700"/>
              <a:buNone/>
            </a:pPr>
            <a:r>
              <a:rPr lang="en-AU" sz="1700"/>
              <a:t>	    totalSalary:=totalSalary+</a:t>
            </a:r>
            <a:r>
              <a:rPr lang="en-AU" sz="1700" b="1">
                <a:solidFill>
                  <a:srgbClr val="00B0F0"/>
                </a:solidFill>
              </a:rPr>
              <a:t>employee.salary </a:t>
            </a:r>
            <a:r>
              <a:rPr lang="en-AU" sz="1700"/>
              <a:t>;</a:t>
            </a:r>
            <a:endParaRPr/>
          </a:p>
          <a:p>
            <a:pPr marL="457200" lvl="1" indent="0" algn="l" rtl="0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SzPts val="1700"/>
              <a:buNone/>
            </a:pPr>
            <a:r>
              <a:rPr lang="en-AU" sz="1700"/>
              <a:t>	End Loop;</a:t>
            </a:r>
            <a:endParaRPr/>
          </a:p>
          <a:p>
            <a:pPr marL="457200" lvl="1" indent="0" algn="l" rtl="0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SzPts val="1700"/>
              <a:buNone/>
            </a:pPr>
            <a:r>
              <a:rPr lang="en-AU" sz="1700"/>
              <a:t>	Return total;</a:t>
            </a:r>
            <a:endParaRPr/>
          </a:p>
          <a:p>
            <a:pPr marL="457200" lvl="1" indent="0" algn="l" rtl="0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SzPts val="1700"/>
              <a:buNone/>
            </a:pPr>
            <a:r>
              <a:rPr lang="en-AU" sz="1700"/>
              <a:t>End ; $$ Language plpgsql; </a:t>
            </a:r>
            <a:endParaRPr/>
          </a:p>
          <a:p>
            <a:pPr marL="457200" lvl="1" indent="0" algn="l" rtl="0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SzPts val="1700"/>
              <a:buNone/>
            </a:pPr>
            <a:endParaRPr sz="1700"/>
          </a:p>
          <a:p>
            <a:pPr marL="91440" lvl="0" indent="-107950" algn="l" rtl="0">
              <a:lnSpc>
                <a:spcPct val="90000"/>
              </a:lnSpc>
              <a:spcBef>
                <a:spcPts val="1600"/>
              </a:spcBef>
              <a:spcAft>
                <a:spcPts val="0"/>
              </a:spcAft>
              <a:buSzPts val="1700"/>
              <a:buChar char=" "/>
            </a:pPr>
            <a:r>
              <a:rPr lang="en-AU" sz="1700"/>
              <a:t>This style accounts for 95% of cursor usage.</a:t>
            </a:r>
            <a:endParaRPr/>
          </a:p>
        </p:txBody>
      </p:sp>
      <p:sp>
        <p:nvSpPr>
          <p:cNvPr id="609" name="Google Shape;609;p70"/>
          <p:cNvSpPr txBox="1">
            <a:spLocks noGrp="1"/>
          </p:cNvSpPr>
          <p:nvPr>
            <p:ph type="sldNum" idx="12"/>
          </p:nvPr>
        </p:nvSpPr>
        <p:spPr>
          <a:xfrm>
            <a:off x="7425344" y="6459786"/>
            <a:ext cx="9840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AU"/>
              <a:t>55</a:t>
            </a:fld>
            <a:endParaRPr/>
          </a:p>
        </p:txBody>
      </p:sp>
      <p:sp>
        <p:nvSpPr>
          <p:cNvPr id="610" name="Google Shape;610;p70"/>
          <p:cNvSpPr/>
          <p:nvPr/>
        </p:nvSpPr>
        <p:spPr>
          <a:xfrm>
            <a:off x="935298" y="1790700"/>
            <a:ext cx="5619900" cy="3733800"/>
          </a:xfrm>
          <a:prstGeom prst="rect">
            <a:avLst/>
          </a:prstGeom>
          <a:noFill/>
          <a:ln w="9525" cap="flat" cmpd="sng">
            <a:solidFill>
              <a:schemeClr val="accen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accen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611" name="Google Shape;611;p70"/>
          <p:cNvSpPr txBox="1"/>
          <p:nvPr/>
        </p:nvSpPr>
        <p:spPr>
          <a:xfrm>
            <a:off x="6705600" y="1951672"/>
            <a:ext cx="2057400" cy="2308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AU" sz="1800">
                <a:solidFill>
                  <a:srgbClr val="FF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Note: </a:t>
            </a:r>
            <a:br>
              <a:rPr lang="en-AU" sz="1800">
                <a:solidFill>
                  <a:srgbClr val="FF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</a:br>
            <a:r>
              <a:rPr lang="en-AU" sz="1800">
                <a:solidFill>
                  <a:srgbClr val="FF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the record type provided by PostgreSQL is like the row-type.</a:t>
            </a:r>
            <a:endParaRPr/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AU" sz="1800">
                <a:solidFill>
                  <a:srgbClr val="FF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You </a:t>
            </a:r>
            <a:r>
              <a:rPr lang="en-AU" sz="1800" i="1">
                <a:solidFill>
                  <a:srgbClr val="FF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may</a:t>
            </a:r>
            <a:r>
              <a:rPr lang="en-AU" sz="1800">
                <a:solidFill>
                  <a:srgbClr val="FF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use only a single </a:t>
            </a:r>
            <a:r>
              <a:rPr lang="en-AU" sz="1800" i="1">
                <a:solidFill>
                  <a:srgbClr val="FF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row</a:t>
            </a:r>
            <a:r>
              <a:rPr lang="en-AU" sz="1800">
                <a:solidFill>
                  <a:srgbClr val="FF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in a record variable.</a:t>
            </a:r>
            <a:endParaRPr sz="1800">
              <a:solidFill>
                <a:srgbClr val="FF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7" name="Google Shape;617;p71"/>
          <p:cNvSpPr txBox="1">
            <a:spLocks noGrp="1"/>
          </p:cNvSpPr>
          <p:nvPr>
            <p:ph type="title"/>
          </p:nvPr>
        </p:nvSpPr>
        <p:spPr>
          <a:xfrm>
            <a:off x="822960" y="286605"/>
            <a:ext cx="7543800" cy="704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 fontScale="90000"/>
          </a:bodyPr>
          <a:lstStyle/>
          <a:p>
            <a:pPr marL="0" lvl="0" indent="0" algn="l" rtl="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rgbClr val="3F3F3F"/>
              </a:buClr>
              <a:buSzPct val="100000"/>
              <a:buFont typeface="Times New Roman"/>
              <a:buNone/>
            </a:pPr>
            <a:r>
              <a:rPr lang="en-AU"/>
              <a:t>Opening and Closing Cursors</a:t>
            </a:r>
            <a:endParaRPr/>
          </a:p>
        </p:txBody>
      </p:sp>
      <p:sp>
        <p:nvSpPr>
          <p:cNvPr id="618" name="Google Shape;618;p71"/>
          <p:cNvSpPr txBox="1">
            <a:spLocks noGrp="1"/>
          </p:cNvSpPr>
          <p:nvPr>
            <p:ph type="body" idx="1"/>
          </p:nvPr>
        </p:nvSpPr>
        <p:spPr>
          <a:xfrm>
            <a:off x="822959" y="1143000"/>
            <a:ext cx="7543800" cy="4726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0" bIns="45700" anchor="t" anchorCtr="0">
            <a:normAutofit/>
          </a:bodyPr>
          <a:lstStyle/>
          <a:p>
            <a:pPr marL="91440" lvl="0" indent="-1143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Char char=" "/>
            </a:pPr>
            <a:r>
              <a:rPr lang="en-AU" sz="1800"/>
              <a:t>A cursor is usually bound to a specific query (i.e., a </a:t>
            </a:r>
            <a:r>
              <a:rPr lang="en-AU" sz="1800" b="1"/>
              <a:t>bound cursor</a:t>
            </a:r>
            <a:r>
              <a:rPr lang="en-AU" sz="1800"/>
              <a:t>)</a:t>
            </a:r>
            <a:endParaRPr/>
          </a:p>
          <a:p>
            <a:pPr marL="201168" lvl="1" indent="0" algn="l" rtl="0">
              <a:lnSpc>
                <a:spcPct val="120000"/>
              </a:lnSpc>
              <a:spcBef>
                <a:spcPts val="400"/>
              </a:spcBef>
              <a:spcAft>
                <a:spcPts val="0"/>
              </a:spcAft>
              <a:buSzPts val="1800"/>
              <a:buNone/>
            </a:pPr>
            <a:r>
              <a:rPr lang="en-AU" i="1"/>
              <a:t>&lt;cursor_name_a&gt; CURSOR FOR &lt;query_b&gt;;</a:t>
            </a:r>
            <a:endParaRPr/>
          </a:p>
          <a:p>
            <a:pPr marL="201168" lvl="1" indent="0" algn="l" rtl="0">
              <a:lnSpc>
                <a:spcPct val="120000"/>
              </a:lnSpc>
              <a:spcBef>
                <a:spcPts val="600"/>
              </a:spcBef>
              <a:spcAft>
                <a:spcPts val="0"/>
              </a:spcAft>
              <a:buSzPts val="1800"/>
              <a:buNone/>
            </a:pPr>
            <a:r>
              <a:rPr lang="en-AU" i="1"/>
              <a:t>OPEN &lt;cursor_name_a&gt;;</a:t>
            </a:r>
            <a:br>
              <a:rPr lang="en-AU" i="1"/>
            </a:br>
            <a:r>
              <a:rPr lang="en-AU" i="1"/>
              <a:t>…</a:t>
            </a:r>
            <a:endParaRPr/>
          </a:p>
          <a:p>
            <a:pPr marL="201168" lvl="1" indent="0" algn="l" rtl="0">
              <a:lnSpc>
                <a:spcPct val="120000"/>
              </a:lnSpc>
              <a:spcBef>
                <a:spcPts val="600"/>
              </a:spcBef>
              <a:spcAft>
                <a:spcPts val="0"/>
              </a:spcAft>
              <a:buSzPts val="1800"/>
              <a:buNone/>
            </a:pPr>
            <a:r>
              <a:rPr lang="en-AU" i="1"/>
              <a:t>CLOSE &lt;cursor_name_a&gt;;</a:t>
            </a:r>
            <a:endParaRPr/>
          </a:p>
          <a:p>
            <a:pPr marL="201168" lvl="1" indent="0" algn="l" rtl="0">
              <a:lnSpc>
                <a:spcPct val="120000"/>
              </a:lnSpc>
              <a:spcBef>
                <a:spcPts val="600"/>
              </a:spcBef>
              <a:spcAft>
                <a:spcPts val="0"/>
              </a:spcAft>
              <a:buSzPts val="1800"/>
              <a:buNone/>
            </a:pPr>
            <a:r>
              <a:rPr lang="en-AU" sz="1800"/>
              <a:t>OR a cursor may be declared without reference to any query. A cursor that isn’t bound to a query is an </a:t>
            </a:r>
            <a:r>
              <a:rPr lang="en-AU" sz="1800" b="1"/>
              <a:t>unbound cursor</a:t>
            </a:r>
            <a:r>
              <a:rPr lang="en-AU" sz="1800"/>
              <a:t>.</a:t>
            </a:r>
            <a:endParaRPr sz="1800"/>
          </a:p>
          <a:p>
            <a:pPr marL="201168" lvl="1" indent="0" algn="l" rtl="0">
              <a:lnSpc>
                <a:spcPct val="120000"/>
              </a:lnSpc>
              <a:spcBef>
                <a:spcPts val="600"/>
              </a:spcBef>
              <a:spcAft>
                <a:spcPts val="0"/>
              </a:spcAft>
              <a:buSzPts val="1800"/>
              <a:buNone/>
            </a:pPr>
            <a:r>
              <a:rPr lang="en-AU" i="1"/>
              <a:t>&lt;cursor_name_c&gt; </a:t>
            </a:r>
            <a:r>
              <a:rPr lang="en-AU" i="1">
                <a:solidFill>
                  <a:srgbClr val="FF0000"/>
                </a:solidFill>
              </a:rPr>
              <a:t>REFCURSOR</a:t>
            </a:r>
            <a:r>
              <a:rPr lang="en-AU" i="1"/>
              <a:t>; </a:t>
            </a:r>
            <a:endParaRPr/>
          </a:p>
          <a:p>
            <a:pPr marL="201168" lvl="1" indent="0" algn="l" rtl="0">
              <a:lnSpc>
                <a:spcPct val="120000"/>
              </a:lnSpc>
              <a:spcBef>
                <a:spcPts val="600"/>
              </a:spcBef>
              <a:spcAft>
                <a:spcPts val="0"/>
              </a:spcAft>
              <a:buSzPts val="1800"/>
              <a:buNone/>
            </a:pPr>
            <a:r>
              <a:rPr lang="en-AU" i="1"/>
              <a:t>OPEN &lt;cursor_name_c&gt; FOR &lt;query_d&gt;; … CLOSE &lt;cursor_name_c&gt;;</a:t>
            </a:r>
            <a:endParaRPr/>
          </a:p>
          <a:p>
            <a:pPr marL="201168" lvl="1" indent="0" algn="l" rtl="0">
              <a:lnSpc>
                <a:spcPct val="120000"/>
              </a:lnSpc>
              <a:spcBef>
                <a:spcPts val="600"/>
              </a:spcBef>
              <a:spcAft>
                <a:spcPts val="0"/>
              </a:spcAft>
              <a:buSzPts val="1800"/>
              <a:buNone/>
            </a:pPr>
            <a:r>
              <a:rPr lang="en-AU" i="1"/>
              <a:t>OPEN &lt;cursor_name_c&gt; FOR &lt;query_e&gt;; …</a:t>
            </a:r>
            <a:endParaRPr i="1"/>
          </a:p>
          <a:p>
            <a:pPr marL="91440" lvl="0" indent="-114300" algn="l" rtl="0">
              <a:lnSpc>
                <a:spcPct val="150000"/>
              </a:lnSpc>
              <a:spcBef>
                <a:spcPts val="1600"/>
              </a:spcBef>
              <a:spcAft>
                <a:spcPts val="0"/>
              </a:spcAft>
              <a:buSzPts val="1800"/>
              <a:buChar char=" "/>
            </a:pPr>
            <a:r>
              <a:rPr lang="en-AU" sz="1800"/>
              <a:t>Either way, declaring a cursor creates an </a:t>
            </a:r>
            <a:r>
              <a:rPr lang="en-AU" sz="1800" b="1"/>
              <a:t>explicit</a:t>
            </a:r>
            <a:r>
              <a:rPr lang="en-AU" sz="1800"/>
              <a:t> cursor.</a:t>
            </a:r>
            <a:endParaRPr/>
          </a:p>
        </p:txBody>
      </p:sp>
      <p:sp>
        <p:nvSpPr>
          <p:cNvPr id="619" name="Google Shape;619;p71"/>
          <p:cNvSpPr txBox="1">
            <a:spLocks noGrp="1"/>
          </p:cNvSpPr>
          <p:nvPr>
            <p:ph type="sldNum" idx="12"/>
          </p:nvPr>
        </p:nvSpPr>
        <p:spPr>
          <a:xfrm>
            <a:off x="7425344" y="6459786"/>
            <a:ext cx="9840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AU"/>
              <a:t>56</a:t>
            </a:fld>
            <a:endParaRPr/>
          </a:p>
        </p:txBody>
      </p:sp>
      <p:sp>
        <p:nvSpPr>
          <p:cNvPr id="620" name="Google Shape;620;p71"/>
          <p:cNvSpPr/>
          <p:nvPr/>
        </p:nvSpPr>
        <p:spPr>
          <a:xfrm>
            <a:off x="914401" y="1472376"/>
            <a:ext cx="5410200" cy="1561200"/>
          </a:xfrm>
          <a:prstGeom prst="rect">
            <a:avLst/>
          </a:prstGeom>
          <a:noFill/>
          <a:ln w="9525" cap="flat" cmpd="sng">
            <a:solidFill>
              <a:schemeClr val="accen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accen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621" name="Google Shape;621;p71"/>
          <p:cNvSpPr/>
          <p:nvPr/>
        </p:nvSpPr>
        <p:spPr>
          <a:xfrm>
            <a:off x="868651" y="3722704"/>
            <a:ext cx="7406700" cy="1392600"/>
          </a:xfrm>
          <a:prstGeom prst="rect">
            <a:avLst/>
          </a:prstGeom>
          <a:noFill/>
          <a:ln w="9525" cap="flat" cmpd="sng">
            <a:solidFill>
              <a:schemeClr val="accen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accen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7" name="Google Shape;627;p72"/>
          <p:cNvSpPr txBox="1">
            <a:spLocks noGrp="1"/>
          </p:cNvSpPr>
          <p:nvPr>
            <p:ph type="title"/>
          </p:nvPr>
        </p:nvSpPr>
        <p:spPr>
          <a:xfrm>
            <a:off x="822960" y="286605"/>
            <a:ext cx="7543800" cy="704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 fontScale="90000"/>
          </a:bodyPr>
          <a:lstStyle/>
          <a:p>
            <a:pPr marL="0" lvl="0" indent="0" algn="l" rtl="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rgbClr val="3F3F3F"/>
              </a:buClr>
              <a:buSzPct val="100000"/>
              <a:buFont typeface="Times New Roman"/>
              <a:buNone/>
            </a:pPr>
            <a:r>
              <a:rPr lang="en-AU"/>
              <a:t>Fetching Cursors </a:t>
            </a:r>
            <a:endParaRPr/>
          </a:p>
        </p:txBody>
      </p:sp>
      <p:sp>
        <p:nvSpPr>
          <p:cNvPr id="628" name="Google Shape;628;p72"/>
          <p:cNvSpPr txBox="1">
            <a:spLocks noGrp="1"/>
          </p:cNvSpPr>
          <p:nvPr>
            <p:ph type="body" idx="1"/>
          </p:nvPr>
        </p:nvSpPr>
        <p:spPr>
          <a:xfrm>
            <a:off x="822959" y="1143000"/>
            <a:ext cx="7543800" cy="4726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0" bIns="45700" anchor="t" anchorCtr="0">
            <a:normAutofit/>
          </a:bodyPr>
          <a:lstStyle/>
          <a:p>
            <a:pPr marL="91440" lvl="0" indent="-12700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000"/>
              <a:buChar char=" "/>
            </a:pPr>
            <a:r>
              <a:rPr lang="en-AU"/>
              <a:t>The fetch operator retrieves the next row from the cursor into a target.</a:t>
            </a:r>
            <a:br>
              <a:rPr lang="en-AU"/>
            </a:br>
            <a:br>
              <a:rPr lang="en-AU"/>
            </a:br>
            <a:r>
              <a:rPr lang="en-AU"/>
              <a:t>FETCH e INTO me;</a:t>
            </a:r>
            <a:endParaRPr/>
          </a:p>
          <a:p>
            <a:pPr marL="91440" lvl="0" indent="-127000" algn="l" rtl="0">
              <a:lnSpc>
                <a:spcPct val="90000"/>
              </a:lnSpc>
              <a:spcBef>
                <a:spcPts val="1400"/>
              </a:spcBef>
              <a:spcAft>
                <a:spcPts val="0"/>
              </a:spcAft>
              <a:buSzPts val="2000"/>
              <a:buChar char=" "/>
            </a:pPr>
            <a:r>
              <a:rPr lang="en-AU"/>
              <a:t>FETCH e INTO my_id , my_name , my_salary ;</a:t>
            </a:r>
            <a:endParaRPr/>
          </a:p>
          <a:p>
            <a:pPr marL="91440" lvl="0" indent="-127000" algn="l" rtl="0">
              <a:lnSpc>
                <a:spcPct val="90000"/>
              </a:lnSpc>
              <a:spcBef>
                <a:spcPts val="1400"/>
              </a:spcBef>
              <a:spcAft>
                <a:spcPts val="0"/>
              </a:spcAft>
              <a:buSzPts val="2000"/>
              <a:buChar char=" "/>
            </a:pPr>
            <a:r>
              <a:rPr lang="en-AU"/>
              <a:t>Note: the variables need to match the corresponding type form the return table. </a:t>
            </a:r>
            <a:endParaRPr/>
          </a:p>
          <a:p>
            <a:pPr marL="91440" lvl="0" indent="-127000" algn="l" rtl="0">
              <a:lnSpc>
                <a:spcPct val="90000"/>
              </a:lnSpc>
              <a:spcBef>
                <a:spcPts val="1400"/>
              </a:spcBef>
              <a:spcAft>
                <a:spcPts val="0"/>
              </a:spcAft>
              <a:buSzPts val="2000"/>
              <a:buChar char=" "/>
            </a:pPr>
            <a:r>
              <a:rPr lang="en-AU"/>
              <a:t>You could use also fetch in the opposite direction if you specified SCROLL in the cursor declaration.</a:t>
            </a:r>
            <a:endParaRPr/>
          </a:p>
          <a:p>
            <a:pPr marL="91440" lvl="0" indent="-127000" algn="l" rtl="0">
              <a:lnSpc>
                <a:spcPct val="90000"/>
              </a:lnSpc>
              <a:spcBef>
                <a:spcPts val="1400"/>
              </a:spcBef>
              <a:spcAft>
                <a:spcPts val="0"/>
              </a:spcAft>
              <a:buSzPts val="2000"/>
              <a:buChar char=" "/>
            </a:pPr>
            <a:r>
              <a:rPr lang="en-AU"/>
              <a:t>E.g., &lt;cursor_name_a&gt; SCROLL CURSOR FOR &lt;query_b&gt;;</a:t>
            </a:r>
            <a:endParaRPr/>
          </a:p>
          <a:p>
            <a:pPr marL="91440" lvl="0" indent="0" algn="l" rtl="0">
              <a:lnSpc>
                <a:spcPct val="90000"/>
              </a:lnSpc>
              <a:spcBef>
                <a:spcPts val="1400"/>
              </a:spcBef>
              <a:spcAft>
                <a:spcPts val="0"/>
              </a:spcAft>
              <a:buSzPts val="2000"/>
              <a:buNone/>
            </a:pPr>
            <a:endParaRPr/>
          </a:p>
        </p:txBody>
      </p:sp>
      <p:sp>
        <p:nvSpPr>
          <p:cNvPr id="629" name="Google Shape;629;p72"/>
          <p:cNvSpPr txBox="1">
            <a:spLocks noGrp="1"/>
          </p:cNvSpPr>
          <p:nvPr>
            <p:ph type="sldNum" idx="12"/>
          </p:nvPr>
        </p:nvSpPr>
        <p:spPr>
          <a:xfrm>
            <a:off x="7425344" y="6459786"/>
            <a:ext cx="9840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AU"/>
              <a:t>57</a:t>
            </a:fld>
            <a:endParaRPr/>
          </a:p>
        </p:txBody>
      </p:sp>
      <p:sp>
        <p:nvSpPr>
          <p:cNvPr id="630" name="Google Shape;630;p72"/>
          <p:cNvSpPr/>
          <p:nvPr/>
        </p:nvSpPr>
        <p:spPr>
          <a:xfrm>
            <a:off x="822959" y="1676400"/>
            <a:ext cx="5242500" cy="838200"/>
          </a:xfrm>
          <a:prstGeom prst="rect">
            <a:avLst/>
          </a:prstGeom>
          <a:noFill/>
          <a:ln w="9525" cap="flat" cmpd="sng">
            <a:solidFill>
              <a:schemeClr val="accen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accen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631" name="Google Shape;631;p72"/>
          <p:cNvSpPr/>
          <p:nvPr/>
        </p:nvSpPr>
        <p:spPr>
          <a:xfrm>
            <a:off x="1414132" y="3962400"/>
            <a:ext cx="5824800" cy="457200"/>
          </a:xfrm>
          <a:prstGeom prst="rect">
            <a:avLst/>
          </a:prstGeom>
          <a:noFill/>
          <a:ln w="9525" cap="flat" cmpd="sng">
            <a:solidFill>
              <a:schemeClr val="accen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accen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7" name="Google Shape;637;p73"/>
          <p:cNvSpPr txBox="1">
            <a:spLocks noGrp="1"/>
          </p:cNvSpPr>
          <p:nvPr>
            <p:ph type="title"/>
          </p:nvPr>
        </p:nvSpPr>
        <p:spPr>
          <a:xfrm>
            <a:off x="822960" y="286605"/>
            <a:ext cx="7543800" cy="704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 fontScale="90000"/>
          </a:bodyPr>
          <a:lstStyle/>
          <a:p>
            <a:pPr marL="0" lvl="0" indent="0" algn="l" rtl="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rgbClr val="3F3F3F"/>
              </a:buClr>
              <a:buSzPct val="100000"/>
              <a:buFont typeface="Times New Roman"/>
              <a:buNone/>
            </a:pPr>
            <a:r>
              <a:rPr lang="en-AU"/>
              <a:t>Cursors(cont.)</a:t>
            </a:r>
            <a:endParaRPr/>
          </a:p>
        </p:txBody>
      </p:sp>
      <p:sp>
        <p:nvSpPr>
          <p:cNvPr id="638" name="Google Shape;638;p73"/>
          <p:cNvSpPr txBox="1">
            <a:spLocks noGrp="1"/>
          </p:cNvSpPr>
          <p:nvPr>
            <p:ph type="body" idx="1"/>
          </p:nvPr>
        </p:nvSpPr>
        <p:spPr>
          <a:xfrm>
            <a:off x="822959" y="1143000"/>
            <a:ext cx="7543800" cy="4726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0" bIns="45700" anchor="t" anchorCtr="0">
            <a:normAutofit lnSpcReduction="10000"/>
          </a:bodyPr>
          <a:lstStyle/>
          <a:p>
            <a:pPr marL="91440" lvl="0" indent="-11430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800"/>
              <a:buChar char=" "/>
            </a:pPr>
            <a:r>
              <a:rPr lang="en-AU" sz="1800"/>
              <a:t>Example of operations on cursors:</a:t>
            </a:r>
            <a:br>
              <a:rPr lang="en-AU" sz="1800"/>
            </a:br>
            <a:endParaRPr sz="1800"/>
          </a:p>
          <a:p>
            <a:pPr marL="201168" lvl="1" indent="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None/>
            </a:pPr>
            <a:r>
              <a:rPr lang="en-AU"/>
              <a:t>DECLARE</a:t>
            </a:r>
            <a:endParaRPr/>
          </a:p>
          <a:p>
            <a:pPr marL="384048" lvl="2" indent="0" algn="l" rtl="0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SzPts val="1800"/>
              <a:buNone/>
            </a:pPr>
            <a:r>
              <a:rPr lang="en-AU" sz="1800"/>
              <a:t>employee Employee%ROWTYPE;</a:t>
            </a:r>
            <a:endParaRPr sz="1800"/>
          </a:p>
          <a:p>
            <a:pPr marL="384048" lvl="2" indent="0" algn="l" rtl="0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SzPts val="1800"/>
              <a:buNone/>
            </a:pPr>
            <a:r>
              <a:rPr lang="en-AU" sz="1800"/>
              <a:t>e CURSOR FOR Select * From Employees ;</a:t>
            </a:r>
            <a:endParaRPr/>
          </a:p>
          <a:p>
            <a:pPr marL="384048" lvl="2" indent="0" algn="l" rtl="0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SzPts val="1800"/>
              <a:buNone/>
            </a:pPr>
            <a:r>
              <a:rPr lang="en-AU" sz="1800"/>
              <a:t>	totalSalary REAL:=0;</a:t>
            </a:r>
            <a:endParaRPr/>
          </a:p>
          <a:p>
            <a:pPr marL="201168" lvl="1" indent="0" algn="l" rtl="0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SzPts val="1800"/>
              <a:buNone/>
            </a:pPr>
            <a:r>
              <a:rPr lang="en-AU"/>
              <a:t>Begin</a:t>
            </a:r>
            <a:endParaRPr/>
          </a:p>
          <a:p>
            <a:pPr marL="384048" lvl="2" indent="0" algn="l" rtl="0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SzPts val="1800"/>
              <a:buNone/>
            </a:pPr>
            <a:r>
              <a:rPr lang="en-AU" sz="1800"/>
              <a:t>OPEN e;</a:t>
            </a:r>
            <a:endParaRPr/>
          </a:p>
          <a:p>
            <a:pPr marL="384048" lvl="2" indent="0" algn="l" rtl="0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SzPts val="1800"/>
              <a:buNone/>
            </a:pPr>
            <a:r>
              <a:rPr lang="en-AU" sz="1800"/>
              <a:t>LOOP</a:t>
            </a:r>
            <a:endParaRPr/>
          </a:p>
          <a:p>
            <a:pPr marL="384048" lvl="2" indent="0" algn="l" rtl="0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SzPts val="1800"/>
              <a:buNone/>
            </a:pPr>
            <a:r>
              <a:rPr lang="en-AU" sz="1800"/>
              <a:t>	FETCH e INTO employee;</a:t>
            </a:r>
            <a:endParaRPr/>
          </a:p>
          <a:p>
            <a:pPr marL="384048" lvl="2" indent="0" algn="l" rtl="0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SzPts val="1800"/>
              <a:buNone/>
            </a:pPr>
            <a:r>
              <a:rPr lang="en-AU" sz="1800"/>
              <a:t>	EXIT WHEN NOT FOUND;</a:t>
            </a:r>
            <a:endParaRPr/>
          </a:p>
          <a:p>
            <a:pPr marL="384048" lvl="2" indent="0" algn="l" rtl="0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SzPts val="1800"/>
              <a:buNone/>
            </a:pPr>
            <a:r>
              <a:rPr lang="en-AU" sz="1800"/>
              <a:t>	 totalSalary := totalSalary +employee.salary;</a:t>
            </a:r>
            <a:endParaRPr/>
          </a:p>
          <a:p>
            <a:pPr marL="384048" lvl="2" indent="0" algn="l" rtl="0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SzPts val="1800"/>
              <a:buNone/>
            </a:pPr>
            <a:r>
              <a:rPr lang="en-AU" sz="1800"/>
              <a:t>END LOOP ;</a:t>
            </a:r>
            <a:endParaRPr/>
          </a:p>
          <a:p>
            <a:pPr marL="384048" lvl="2" indent="0" algn="l" rtl="0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SzPts val="1800"/>
              <a:buNone/>
            </a:pPr>
            <a:r>
              <a:rPr lang="en-AU" sz="1800"/>
              <a:t>CLOSE e ;</a:t>
            </a:r>
            <a:endParaRPr/>
          </a:p>
          <a:p>
            <a:pPr marL="201168" lvl="1" indent="0" algn="l" rtl="0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SzPts val="1800"/>
              <a:buNone/>
            </a:pPr>
            <a:r>
              <a:rPr lang="en-AU"/>
              <a:t>End; …</a:t>
            </a:r>
            <a:endParaRPr/>
          </a:p>
          <a:p>
            <a:pPr marL="384048" lvl="1" indent="-68579" algn="l" rtl="0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SzPts val="1800"/>
              <a:buNone/>
            </a:pPr>
            <a:endParaRPr/>
          </a:p>
        </p:txBody>
      </p:sp>
      <p:sp>
        <p:nvSpPr>
          <p:cNvPr id="639" name="Google Shape;639;p73"/>
          <p:cNvSpPr txBox="1">
            <a:spLocks noGrp="1"/>
          </p:cNvSpPr>
          <p:nvPr>
            <p:ph type="sldNum" idx="12"/>
          </p:nvPr>
        </p:nvSpPr>
        <p:spPr>
          <a:xfrm>
            <a:off x="7425344" y="6459786"/>
            <a:ext cx="9840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AU"/>
              <a:t>58</a:t>
            </a:fld>
            <a:endParaRPr/>
          </a:p>
        </p:txBody>
      </p:sp>
      <p:sp>
        <p:nvSpPr>
          <p:cNvPr id="640" name="Google Shape;640;p73"/>
          <p:cNvSpPr/>
          <p:nvPr/>
        </p:nvSpPr>
        <p:spPr>
          <a:xfrm>
            <a:off x="822950" y="1485275"/>
            <a:ext cx="5486400" cy="4269000"/>
          </a:xfrm>
          <a:prstGeom prst="rect">
            <a:avLst/>
          </a:prstGeom>
          <a:noFill/>
          <a:ln w="9525" cap="flat" cmpd="sng">
            <a:solidFill>
              <a:schemeClr val="accen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accen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6" name="Google Shape;646;p74"/>
          <p:cNvSpPr txBox="1">
            <a:spLocks noGrp="1"/>
          </p:cNvSpPr>
          <p:nvPr>
            <p:ph type="title"/>
          </p:nvPr>
        </p:nvSpPr>
        <p:spPr>
          <a:xfrm>
            <a:off x="822960" y="286605"/>
            <a:ext cx="7543800" cy="704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 fontScale="90000"/>
          </a:bodyPr>
          <a:lstStyle/>
          <a:p>
            <a:pPr marL="0" lvl="0" indent="0" algn="l" rtl="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rgbClr val="3F3F3F"/>
              </a:buClr>
              <a:buSzPct val="100000"/>
              <a:buFont typeface="Times New Roman"/>
              <a:buNone/>
            </a:pPr>
            <a:r>
              <a:rPr lang="en-AU"/>
              <a:t>Database Triggers(cont.)</a:t>
            </a:r>
            <a:endParaRPr/>
          </a:p>
        </p:txBody>
      </p:sp>
      <p:sp>
        <p:nvSpPr>
          <p:cNvPr id="647" name="Google Shape;647;p74"/>
          <p:cNvSpPr txBox="1">
            <a:spLocks noGrp="1"/>
          </p:cNvSpPr>
          <p:nvPr>
            <p:ph type="body" idx="1"/>
          </p:nvPr>
        </p:nvSpPr>
        <p:spPr>
          <a:xfrm>
            <a:off x="822959" y="1143000"/>
            <a:ext cx="7543800" cy="4726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0" bIns="45700" anchor="t" anchorCtr="0">
            <a:normAutofit/>
          </a:bodyPr>
          <a:lstStyle/>
          <a:p>
            <a:pPr marL="91440" lvl="0" indent="-12700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000"/>
              <a:buChar char=" "/>
            </a:pPr>
            <a:r>
              <a:rPr lang="en-AU"/>
              <a:t>The </a:t>
            </a:r>
            <a:r>
              <a:rPr lang="en-AU" i="1"/>
              <a:t>event</a:t>
            </a:r>
            <a:r>
              <a:rPr lang="en-AU"/>
              <a:t>-</a:t>
            </a:r>
            <a:r>
              <a:rPr lang="en-AU" i="1"/>
              <a:t>condition</a:t>
            </a:r>
            <a:r>
              <a:rPr lang="en-AU"/>
              <a:t>-</a:t>
            </a:r>
            <a:r>
              <a:rPr lang="en-AU" i="1"/>
              <a:t>action</a:t>
            </a:r>
            <a:r>
              <a:rPr lang="en-AU"/>
              <a:t> rules was developed to support the need to react to different kinds of </a:t>
            </a:r>
            <a:r>
              <a:rPr lang="en-AU" i="1"/>
              <a:t>events</a:t>
            </a:r>
            <a:r>
              <a:rPr lang="en-AU"/>
              <a:t> occurring in active databases</a:t>
            </a:r>
            <a:endParaRPr/>
          </a:p>
          <a:p>
            <a:pPr marL="91440" lvl="0" indent="-127000" algn="l" rtl="0">
              <a:lnSpc>
                <a:spcPct val="90000"/>
              </a:lnSpc>
              <a:spcBef>
                <a:spcPts val="1400"/>
              </a:spcBef>
              <a:spcAft>
                <a:spcPts val="0"/>
              </a:spcAft>
              <a:buSzPts val="2000"/>
              <a:buChar char=" "/>
            </a:pPr>
            <a:r>
              <a:rPr lang="en-AU"/>
              <a:t>Most relational DBMSs effectively support ECA rules by using triggers or procedures, and triggers are included in the SQL:1999 standard.</a:t>
            </a:r>
            <a:endParaRPr/>
          </a:p>
          <a:p>
            <a:pPr marL="91440" lvl="0" indent="-127000" algn="l" rtl="0">
              <a:lnSpc>
                <a:spcPct val="90000"/>
              </a:lnSpc>
              <a:spcBef>
                <a:spcPts val="1400"/>
              </a:spcBef>
              <a:spcAft>
                <a:spcPts val="0"/>
              </a:spcAft>
              <a:buSzPts val="2000"/>
              <a:buChar char=" "/>
            </a:pPr>
            <a:r>
              <a:rPr lang="en-AU"/>
              <a:t>Event-condition-action rules approach: </a:t>
            </a:r>
            <a:endParaRPr/>
          </a:p>
          <a:p>
            <a:pPr marL="384048" lvl="1" indent="-18288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2000"/>
              <a:buChar char="◦"/>
            </a:pPr>
            <a:r>
              <a:rPr lang="en-AU" sz="2000"/>
              <a:t>an event activates the trigger </a:t>
            </a:r>
            <a:endParaRPr/>
          </a:p>
          <a:p>
            <a:pPr marL="384048" lvl="1" indent="-182880" algn="l" rtl="0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SzPts val="2000"/>
              <a:buChar char="◦"/>
            </a:pPr>
            <a:r>
              <a:rPr lang="en-AU" sz="2000"/>
              <a:t>on activation, the trigger checks a condition </a:t>
            </a:r>
            <a:endParaRPr/>
          </a:p>
          <a:p>
            <a:pPr marL="384048" lvl="1" indent="-182880" algn="l" rtl="0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SzPts val="2000"/>
              <a:buChar char="◦"/>
            </a:pPr>
            <a:r>
              <a:rPr lang="en-AU" sz="2000"/>
              <a:t>if the condition holds, a procedure is executed (the action) </a:t>
            </a:r>
            <a:endParaRPr/>
          </a:p>
          <a:p>
            <a:pPr marL="91440" lvl="0" indent="-127000" algn="l" rtl="0">
              <a:lnSpc>
                <a:spcPct val="90000"/>
              </a:lnSpc>
              <a:spcBef>
                <a:spcPts val="1600"/>
              </a:spcBef>
              <a:spcAft>
                <a:spcPts val="0"/>
              </a:spcAft>
              <a:buSzPts val="2000"/>
              <a:buChar char=" "/>
            </a:pPr>
            <a:r>
              <a:rPr lang="en-AU"/>
              <a:t>In short: a set of stored procedures to automatically executed in response to specified database events </a:t>
            </a:r>
            <a:endParaRPr/>
          </a:p>
          <a:p>
            <a:pPr marL="91440" lvl="0" indent="0" algn="l" rtl="0">
              <a:lnSpc>
                <a:spcPct val="90000"/>
              </a:lnSpc>
              <a:spcBef>
                <a:spcPts val="1400"/>
              </a:spcBef>
              <a:spcAft>
                <a:spcPts val="0"/>
              </a:spcAft>
              <a:buSzPts val="2000"/>
              <a:buNone/>
            </a:pPr>
            <a:endParaRPr/>
          </a:p>
        </p:txBody>
      </p:sp>
      <p:sp>
        <p:nvSpPr>
          <p:cNvPr id="648" name="Google Shape;648;p74"/>
          <p:cNvSpPr txBox="1">
            <a:spLocks noGrp="1"/>
          </p:cNvSpPr>
          <p:nvPr>
            <p:ph type="sldNum" idx="12"/>
          </p:nvPr>
        </p:nvSpPr>
        <p:spPr>
          <a:xfrm>
            <a:off x="7425344" y="6459786"/>
            <a:ext cx="9840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AU"/>
              <a:t>59</a:t>
            </a:fld>
            <a:endParaRPr/>
          </a:p>
        </p:txBody>
      </p:sp>
    </p:spTree>
  </p:cSld>
  <p:clrMapOvr>
    <a:masterClrMapping/>
  </p:clrMapOvr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4" name="Google Shape;654;p75"/>
          <p:cNvSpPr txBox="1">
            <a:spLocks noGrp="1"/>
          </p:cNvSpPr>
          <p:nvPr>
            <p:ph type="title"/>
          </p:nvPr>
        </p:nvSpPr>
        <p:spPr>
          <a:xfrm>
            <a:off x="822960" y="286605"/>
            <a:ext cx="7543800" cy="704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/>
          <a:p>
            <a:pPr marL="0" lvl="0" indent="0" algn="l" rtl="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rgbClr val="3F3F3F"/>
              </a:buClr>
              <a:buSzPts val="4320"/>
              <a:buFont typeface="Times New Roman"/>
              <a:buNone/>
            </a:pPr>
            <a:r>
              <a:rPr lang="en-AU" sz="4220"/>
              <a:t>Database Triggers in PostgreSQL</a:t>
            </a:r>
            <a:endParaRPr sz="4220"/>
          </a:p>
        </p:txBody>
      </p:sp>
      <p:sp>
        <p:nvSpPr>
          <p:cNvPr id="655" name="Google Shape;655;p75"/>
          <p:cNvSpPr txBox="1">
            <a:spLocks noGrp="1"/>
          </p:cNvSpPr>
          <p:nvPr>
            <p:ph type="body" idx="1"/>
          </p:nvPr>
        </p:nvSpPr>
        <p:spPr>
          <a:xfrm>
            <a:off x="822959" y="1143000"/>
            <a:ext cx="7543800" cy="4726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0" bIns="45700" anchor="t" anchorCtr="0">
            <a:normAutofit/>
          </a:bodyPr>
          <a:lstStyle/>
          <a:p>
            <a:pPr marL="91440" lvl="0" indent="-11430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800"/>
              <a:buChar char=" "/>
            </a:pPr>
            <a:r>
              <a:rPr lang="en-AU" sz="1800"/>
              <a:t>Syntax for PostgreSQL trigger definition: </a:t>
            </a:r>
            <a:br>
              <a:rPr lang="en-AU" sz="1800"/>
            </a:br>
            <a:endParaRPr sz="1800"/>
          </a:p>
          <a:p>
            <a:pPr marL="201168" lvl="1" indent="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None/>
            </a:pPr>
            <a:r>
              <a:rPr lang="en-AU"/>
              <a:t>CREATE TRIGGER TriggerName </a:t>
            </a:r>
            <a:endParaRPr/>
          </a:p>
          <a:p>
            <a:pPr marL="384048" lvl="2" indent="0" algn="l" rtl="0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SzPts val="1800"/>
              <a:buNone/>
            </a:pPr>
            <a:r>
              <a:rPr lang="en-AU" sz="1800"/>
              <a:t>AFTER/BEFORE Event1 [OR Event2 ...] </a:t>
            </a:r>
            <a:endParaRPr/>
          </a:p>
          <a:p>
            <a:pPr marL="384048" lvl="2" indent="0" algn="l" rtl="0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SzPts val="1800"/>
              <a:buNone/>
            </a:pPr>
            <a:r>
              <a:rPr lang="en-AU" sz="1800"/>
              <a:t>ON TableName </a:t>
            </a:r>
            <a:endParaRPr/>
          </a:p>
          <a:p>
            <a:pPr marL="384048" lvl="2" indent="0" algn="l" rtl="0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SzPts val="1800"/>
              <a:buNone/>
            </a:pPr>
            <a:r>
              <a:rPr lang="en-AU" sz="1800"/>
              <a:t>FOR EACH ROW/STATEMENT </a:t>
            </a:r>
            <a:endParaRPr/>
          </a:p>
          <a:p>
            <a:pPr marL="384048" lvl="2" indent="0" algn="l" rtl="0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SzPts val="1800"/>
              <a:buNone/>
            </a:pPr>
            <a:r>
              <a:rPr lang="en-AU" sz="1800"/>
              <a:t>EXECUTE PROCEDURE FunctionName(args...);</a:t>
            </a:r>
            <a:endParaRPr/>
          </a:p>
          <a:p>
            <a:pPr marL="91440" lvl="0" indent="-114300" algn="l" rtl="0">
              <a:lnSpc>
                <a:spcPct val="90000"/>
              </a:lnSpc>
              <a:spcBef>
                <a:spcPts val="1600"/>
              </a:spcBef>
              <a:spcAft>
                <a:spcPts val="0"/>
              </a:spcAft>
              <a:buSzPts val="1800"/>
              <a:buChar char=" "/>
            </a:pPr>
            <a:r>
              <a:rPr lang="en-AU" sz="1800"/>
              <a:t>Once a trigger is defined, it is bound to one or more database events.</a:t>
            </a:r>
            <a:endParaRPr/>
          </a:p>
          <a:p>
            <a:pPr marL="91440" lvl="0" indent="-114300" algn="l" rtl="0">
              <a:lnSpc>
                <a:spcPct val="90000"/>
              </a:lnSpc>
              <a:spcBef>
                <a:spcPts val="1400"/>
              </a:spcBef>
              <a:spcAft>
                <a:spcPts val="0"/>
              </a:spcAft>
              <a:buSzPts val="1800"/>
              <a:buChar char=" "/>
            </a:pPr>
            <a:r>
              <a:rPr lang="en-AU" sz="1800"/>
              <a:t>PostgreSQL triggers provide a mechanism for INSERT, DELETE or UPDATE events to automatically activate PL/pgSQL functions </a:t>
            </a:r>
            <a:endParaRPr/>
          </a:p>
          <a:p>
            <a:pPr marL="566928" lvl="2" indent="-68579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None/>
            </a:pPr>
            <a:endParaRPr sz="1800"/>
          </a:p>
        </p:txBody>
      </p:sp>
      <p:sp>
        <p:nvSpPr>
          <p:cNvPr id="656" name="Google Shape;656;p75"/>
          <p:cNvSpPr txBox="1">
            <a:spLocks noGrp="1"/>
          </p:cNvSpPr>
          <p:nvPr>
            <p:ph type="sldNum" idx="12"/>
          </p:nvPr>
        </p:nvSpPr>
        <p:spPr>
          <a:xfrm>
            <a:off x="7425344" y="6459786"/>
            <a:ext cx="9840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AU"/>
              <a:t>60</a:t>
            </a:fld>
            <a:endParaRPr/>
          </a:p>
        </p:txBody>
      </p:sp>
      <p:sp>
        <p:nvSpPr>
          <p:cNvPr id="657" name="Google Shape;657;p75"/>
          <p:cNvSpPr/>
          <p:nvPr/>
        </p:nvSpPr>
        <p:spPr>
          <a:xfrm>
            <a:off x="914400" y="1600200"/>
            <a:ext cx="5242500" cy="1828800"/>
          </a:xfrm>
          <a:prstGeom prst="rect">
            <a:avLst/>
          </a:prstGeom>
          <a:noFill/>
          <a:ln w="9525" cap="flat" cmpd="sng">
            <a:solidFill>
              <a:schemeClr val="accen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accen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3" name="Google Shape;663;p76"/>
          <p:cNvSpPr txBox="1">
            <a:spLocks noGrp="1"/>
          </p:cNvSpPr>
          <p:nvPr>
            <p:ph type="title"/>
          </p:nvPr>
        </p:nvSpPr>
        <p:spPr>
          <a:xfrm>
            <a:off x="822960" y="286605"/>
            <a:ext cx="7543800" cy="704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 fontScale="90000"/>
          </a:bodyPr>
          <a:lstStyle/>
          <a:p>
            <a:pPr marL="0" lvl="0" indent="0" algn="l" rtl="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rgbClr val="3F3F3F"/>
              </a:buClr>
              <a:buSzPct val="100000"/>
              <a:buFont typeface="Times New Roman"/>
              <a:buNone/>
            </a:pPr>
            <a:r>
              <a:rPr lang="en-AU"/>
              <a:t>Trigger Procedures(cont.)</a:t>
            </a:r>
            <a:endParaRPr/>
          </a:p>
        </p:txBody>
      </p:sp>
      <p:sp>
        <p:nvSpPr>
          <p:cNvPr id="664" name="Google Shape;664;p76"/>
          <p:cNvSpPr txBox="1">
            <a:spLocks noGrp="1"/>
          </p:cNvSpPr>
          <p:nvPr>
            <p:ph type="body" idx="1"/>
          </p:nvPr>
        </p:nvSpPr>
        <p:spPr>
          <a:xfrm>
            <a:off x="822959" y="1143000"/>
            <a:ext cx="7543800" cy="4726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0" bIns="45700" anchor="t" anchorCtr="0">
            <a:normAutofit/>
          </a:bodyPr>
          <a:lstStyle/>
          <a:p>
            <a:pPr marL="91440" lvl="0" indent="-11430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800"/>
              <a:buChar char=" "/>
            </a:pPr>
            <a:r>
              <a:rPr lang="en-AU" sz="1800"/>
              <a:t>A trigger is defined, there needs to be a trigger procedure. </a:t>
            </a:r>
            <a:br>
              <a:rPr lang="en-AU" sz="1800"/>
            </a:br>
            <a:endParaRPr sz="1800"/>
          </a:p>
          <a:p>
            <a:pPr marL="201168" lvl="1" indent="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None/>
            </a:pPr>
            <a:r>
              <a:rPr lang="en-AU"/>
              <a:t>-- create a trigger</a:t>
            </a:r>
            <a:endParaRPr/>
          </a:p>
          <a:p>
            <a:pPr marL="201168" lvl="1" indent="0" algn="l" rtl="0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SzPts val="1800"/>
              <a:buNone/>
            </a:pPr>
            <a:br>
              <a:rPr lang="en-AU"/>
            </a:br>
            <a:r>
              <a:rPr lang="en-AU"/>
              <a:t>CREATE TRIGGER TriggerName </a:t>
            </a:r>
            <a:endParaRPr/>
          </a:p>
          <a:p>
            <a:pPr marL="384048" lvl="2" indent="0" algn="l" rtl="0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SzPts val="1800"/>
              <a:buNone/>
            </a:pPr>
            <a:r>
              <a:rPr lang="en-AU" sz="1800"/>
              <a:t>…</a:t>
            </a:r>
            <a:endParaRPr/>
          </a:p>
          <a:p>
            <a:pPr marL="384048" lvl="2" indent="0" algn="l" rtl="0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SzPts val="1800"/>
              <a:buNone/>
            </a:pPr>
            <a:r>
              <a:rPr lang="en-AU" sz="1800"/>
              <a:t>EXECUTE PROCEDURE </a:t>
            </a:r>
            <a:r>
              <a:rPr lang="en-AU" sz="1800" b="1"/>
              <a:t>function_name(args...)</a:t>
            </a:r>
            <a:r>
              <a:rPr lang="en-AU" sz="1800"/>
              <a:t>;</a:t>
            </a:r>
            <a:endParaRPr/>
          </a:p>
          <a:p>
            <a:pPr marL="384048" lvl="2" indent="0" algn="l" rtl="0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SzPts val="1800"/>
              <a:buNone/>
            </a:pPr>
            <a:endParaRPr sz="1800"/>
          </a:p>
          <a:p>
            <a:pPr marL="201168" lvl="1" indent="0" algn="l" rtl="0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SzPts val="1800"/>
              <a:buNone/>
            </a:pPr>
            <a:r>
              <a:rPr lang="en-AU"/>
              <a:t>-- follow with the trigger procedure</a:t>
            </a:r>
            <a:endParaRPr/>
          </a:p>
          <a:p>
            <a:pPr marL="201168" lvl="1" indent="0" algn="l" rtl="0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SzPts val="1800"/>
              <a:buNone/>
            </a:pPr>
            <a:endParaRPr/>
          </a:p>
          <a:p>
            <a:pPr marL="201168" lvl="1" indent="0" algn="l" rtl="0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SzPts val="1800"/>
              <a:buNone/>
            </a:pPr>
            <a:r>
              <a:rPr lang="en-AU"/>
              <a:t>CREATE OR REPLACE FUNCTION </a:t>
            </a:r>
            <a:r>
              <a:rPr lang="en-AU" b="1"/>
              <a:t>function_name() </a:t>
            </a:r>
            <a:r>
              <a:rPr lang="en-AU"/>
              <a:t>RETURNS TRIGGER</a:t>
            </a:r>
            <a:endParaRPr/>
          </a:p>
          <a:p>
            <a:pPr marL="384048" lvl="2" indent="0" algn="l" rtl="0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SzPts val="1800"/>
              <a:buNone/>
            </a:pPr>
            <a:r>
              <a:rPr lang="en-AU" sz="1800"/>
              <a:t>...</a:t>
            </a:r>
            <a:endParaRPr/>
          </a:p>
        </p:txBody>
      </p:sp>
      <p:sp>
        <p:nvSpPr>
          <p:cNvPr id="665" name="Google Shape;665;p76"/>
          <p:cNvSpPr txBox="1">
            <a:spLocks noGrp="1"/>
          </p:cNvSpPr>
          <p:nvPr>
            <p:ph type="sldNum" idx="12"/>
          </p:nvPr>
        </p:nvSpPr>
        <p:spPr>
          <a:xfrm>
            <a:off x="7425344" y="6459786"/>
            <a:ext cx="9840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AU"/>
              <a:t>61</a:t>
            </a:fld>
            <a:endParaRPr/>
          </a:p>
        </p:txBody>
      </p:sp>
      <p:sp>
        <p:nvSpPr>
          <p:cNvPr id="666" name="Google Shape;666;p76"/>
          <p:cNvSpPr/>
          <p:nvPr/>
        </p:nvSpPr>
        <p:spPr>
          <a:xfrm>
            <a:off x="838200" y="2133600"/>
            <a:ext cx="5257800" cy="1295400"/>
          </a:xfrm>
          <a:prstGeom prst="rect">
            <a:avLst/>
          </a:prstGeom>
          <a:noFill/>
          <a:ln w="9525" cap="flat" cmpd="sng">
            <a:solidFill>
              <a:schemeClr val="accen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accen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667" name="Google Shape;667;p76"/>
          <p:cNvSpPr/>
          <p:nvPr/>
        </p:nvSpPr>
        <p:spPr>
          <a:xfrm>
            <a:off x="838200" y="4001347"/>
            <a:ext cx="7696200" cy="1295400"/>
          </a:xfrm>
          <a:prstGeom prst="rect">
            <a:avLst/>
          </a:prstGeom>
          <a:noFill/>
          <a:ln w="9525" cap="flat" cmpd="sng">
            <a:solidFill>
              <a:schemeClr val="accen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accen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2" name="Google Shape;672;p77"/>
          <p:cNvSpPr txBox="1">
            <a:spLocks noGrp="1"/>
          </p:cNvSpPr>
          <p:nvPr>
            <p:ph type="title"/>
          </p:nvPr>
        </p:nvSpPr>
        <p:spPr>
          <a:xfrm>
            <a:off x="822960" y="286605"/>
            <a:ext cx="7543800" cy="704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 fontScale="90000"/>
          </a:bodyPr>
          <a:lstStyle/>
          <a:p>
            <a:pPr marL="0" lvl="0" indent="0" algn="l" rtl="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rgbClr val="3F3F3F"/>
              </a:buClr>
              <a:buSzPct val="100000"/>
              <a:buFont typeface="Times New Roman"/>
              <a:buNone/>
            </a:pPr>
            <a:r>
              <a:rPr lang="en-AU"/>
              <a:t>Types of Triggers</a:t>
            </a:r>
            <a:endParaRPr/>
          </a:p>
        </p:txBody>
      </p:sp>
      <p:sp>
        <p:nvSpPr>
          <p:cNvPr id="673" name="Google Shape;673;p77"/>
          <p:cNvSpPr txBox="1">
            <a:spLocks noGrp="1"/>
          </p:cNvSpPr>
          <p:nvPr>
            <p:ph type="body" idx="1"/>
          </p:nvPr>
        </p:nvSpPr>
        <p:spPr>
          <a:xfrm>
            <a:off x="822959" y="1143000"/>
            <a:ext cx="7543800" cy="4726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0" bIns="45700" anchor="t" anchorCtr="0">
            <a:normAutofit lnSpcReduction="10000"/>
          </a:bodyPr>
          <a:lstStyle/>
          <a:p>
            <a:pPr marL="91440" lvl="0" indent="-11430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800"/>
              <a:buChar char=" "/>
            </a:pPr>
            <a:r>
              <a:rPr lang="en-AU" sz="1800" b="1"/>
              <a:t>Row level triggers </a:t>
            </a:r>
            <a:r>
              <a:rPr lang="en-AU" sz="1800"/>
              <a:t>and </a:t>
            </a:r>
            <a:r>
              <a:rPr lang="en-AU" sz="1800" b="1"/>
              <a:t>Statement-level triggers</a:t>
            </a:r>
            <a:endParaRPr/>
          </a:p>
          <a:p>
            <a:pPr marL="384048" lvl="1" indent="-18288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◦"/>
            </a:pPr>
            <a:r>
              <a:rPr lang="en-AU"/>
              <a:t>Row-level triggers executes once for each row affected in the transaction</a:t>
            </a:r>
            <a:endParaRPr/>
          </a:p>
          <a:p>
            <a:pPr marL="384048" lvl="1" indent="-182880" algn="l" rtl="0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SzPts val="1800"/>
              <a:buChar char="◦"/>
            </a:pPr>
            <a:r>
              <a:rPr lang="en-AU"/>
              <a:t>Statement-level trigger is invoked once per statement/transaction</a:t>
            </a:r>
            <a:endParaRPr/>
          </a:p>
          <a:p>
            <a:pPr marL="91440" lvl="0" indent="0" algn="l" rtl="0">
              <a:lnSpc>
                <a:spcPct val="90000"/>
              </a:lnSpc>
              <a:spcBef>
                <a:spcPts val="1600"/>
              </a:spcBef>
              <a:spcAft>
                <a:spcPts val="0"/>
              </a:spcAft>
              <a:buSzPts val="1800"/>
              <a:buNone/>
            </a:pPr>
            <a:endParaRPr sz="1800"/>
          </a:p>
          <a:p>
            <a:pPr marL="201168" lvl="1" indent="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None/>
            </a:pPr>
            <a:r>
              <a:rPr lang="en-AU" i="1"/>
              <a:t>CREATE TRIGGER TriggerName </a:t>
            </a:r>
            <a:endParaRPr/>
          </a:p>
          <a:p>
            <a:pPr marL="384048" lvl="2" indent="0" algn="l" rtl="0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SzPts val="1800"/>
              <a:buNone/>
            </a:pPr>
            <a:r>
              <a:rPr lang="en-AU" sz="1800" i="1"/>
              <a:t>AFTER/BEFORE Event1 ON TableName </a:t>
            </a:r>
            <a:endParaRPr/>
          </a:p>
          <a:p>
            <a:pPr marL="384048" lvl="2" indent="0" algn="l" rtl="0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SzPts val="1800"/>
              <a:buNone/>
            </a:pPr>
            <a:r>
              <a:rPr lang="en-AU" sz="1800" i="1"/>
              <a:t>FOR EACH ROW</a:t>
            </a:r>
            <a:endParaRPr/>
          </a:p>
          <a:p>
            <a:pPr marL="384048" lvl="2" indent="0" algn="l" rtl="0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SzPts val="1800"/>
              <a:buNone/>
            </a:pPr>
            <a:r>
              <a:rPr lang="en-AU" sz="1800" i="1"/>
              <a:t>EXECUTE PROCEDURE FunctionName(args...);</a:t>
            </a:r>
            <a:endParaRPr/>
          </a:p>
          <a:p>
            <a:pPr marL="384048" lvl="2" indent="0" algn="l" rtl="0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SzPts val="1800"/>
              <a:buNone/>
            </a:pPr>
            <a:endParaRPr sz="1800" i="1"/>
          </a:p>
          <a:p>
            <a:pPr marL="201168" lvl="1" indent="0" algn="l" rtl="0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SzPts val="1800"/>
              <a:buNone/>
            </a:pPr>
            <a:r>
              <a:rPr lang="en-AU" i="1"/>
              <a:t>CREATE TRIGGER TriggerName </a:t>
            </a:r>
            <a:endParaRPr/>
          </a:p>
          <a:p>
            <a:pPr marL="384048" lvl="2" indent="0" algn="l" rtl="0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SzPts val="1800"/>
              <a:buNone/>
            </a:pPr>
            <a:r>
              <a:rPr lang="en-AU" sz="1800" i="1"/>
              <a:t>AFTER/BEFORE Event1 ON TableName </a:t>
            </a:r>
            <a:endParaRPr/>
          </a:p>
          <a:p>
            <a:pPr marL="384048" lvl="2" indent="0" algn="l" rtl="0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SzPts val="1800"/>
              <a:buNone/>
            </a:pPr>
            <a:r>
              <a:rPr lang="en-AU" sz="1800" i="1"/>
              <a:t>FOR EACH STATEMENT</a:t>
            </a:r>
            <a:endParaRPr/>
          </a:p>
          <a:p>
            <a:pPr marL="384048" lvl="2" indent="0" algn="l" rtl="0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SzPts val="1800"/>
              <a:buNone/>
            </a:pPr>
            <a:r>
              <a:rPr lang="en-AU" sz="1800" i="1"/>
              <a:t>EXECUTE PROCEDURE FunctionName(args...);</a:t>
            </a:r>
            <a:endParaRPr/>
          </a:p>
          <a:p>
            <a:pPr marL="91440" lvl="0" indent="0" algn="l" rtl="0">
              <a:lnSpc>
                <a:spcPct val="90000"/>
              </a:lnSpc>
              <a:spcBef>
                <a:spcPts val="1600"/>
              </a:spcBef>
              <a:spcAft>
                <a:spcPts val="0"/>
              </a:spcAft>
              <a:buSzPts val="1800"/>
              <a:buNone/>
            </a:pPr>
            <a:endParaRPr sz="1800"/>
          </a:p>
        </p:txBody>
      </p:sp>
      <p:sp>
        <p:nvSpPr>
          <p:cNvPr id="674" name="Google Shape;674;p77"/>
          <p:cNvSpPr txBox="1">
            <a:spLocks noGrp="1"/>
          </p:cNvSpPr>
          <p:nvPr>
            <p:ph type="sldNum" idx="12"/>
          </p:nvPr>
        </p:nvSpPr>
        <p:spPr>
          <a:xfrm>
            <a:off x="7425344" y="6459786"/>
            <a:ext cx="9840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AU"/>
              <a:t>62</a:t>
            </a:fld>
            <a:endParaRPr/>
          </a:p>
        </p:txBody>
      </p:sp>
      <p:sp>
        <p:nvSpPr>
          <p:cNvPr id="675" name="Google Shape;675;p77"/>
          <p:cNvSpPr/>
          <p:nvPr/>
        </p:nvSpPr>
        <p:spPr>
          <a:xfrm>
            <a:off x="822959" y="2209800"/>
            <a:ext cx="5257800" cy="1524000"/>
          </a:xfrm>
          <a:prstGeom prst="rect">
            <a:avLst/>
          </a:prstGeom>
          <a:noFill/>
          <a:ln w="9525" cap="flat" cmpd="sng">
            <a:solidFill>
              <a:schemeClr val="accen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accen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676" name="Google Shape;676;p77"/>
          <p:cNvSpPr/>
          <p:nvPr/>
        </p:nvSpPr>
        <p:spPr>
          <a:xfrm>
            <a:off x="822959" y="3810847"/>
            <a:ext cx="5257800" cy="1524000"/>
          </a:xfrm>
          <a:prstGeom prst="rect">
            <a:avLst/>
          </a:prstGeom>
          <a:noFill/>
          <a:ln w="9525" cap="flat" cmpd="sng">
            <a:solidFill>
              <a:schemeClr val="accen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accen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2" name="Google Shape;682;p78"/>
          <p:cNvSpPr txBox="1">
            <a:spLocks noGrp="1"/>
          </p:cNvSpPr>
          <p:nvPr>
            <p:ph type="title"/>
          </p:nvPr>
        </p:nvSpPr>
        <p:spPr>
          <a:xfrm>
            <a:off x="822960" y="286605"/>
            <a:ext cx="7543800" cy="704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 fontScale="90000"/>
          </a:bodyPr>
          <a:lstStyle/>
          <a:p>
            <a:pPr marL="0" lvl="0" indent="0" algn="l" rtl="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rgbClr val="3F3F3F"/>
              </a:buClr>
              <a:buSzPct val="100000"/>
              <a:buFont typeface="Times New Roman"/>
              <a:buNone/>
            </a:pPr>
            <a:r>
              <a:rPr lang="en-AU"/>
              <a:t>Trigger Procedures(cont.)</a:t>
            </a:r>
            <a:endParaRPr/>
          </a:p>
        </p:txBody>
      </p:sp>
      <p:sp>
        <p:nvSpPr>
          <p:cNvPr id="683" name="Google Shape;683;p78"/>
          <p:cNvSpPr txBox="1">
            <a:spLocks noGrp="1"/>
          </p:cNvSpPr>
          <p:nvPr>
            <p:ph type="body" idx="1"/>
          </p:nvPr>
        </p:nvSpPr>
        <p:spPr>
          <a:xfrm>
            <a:off x="822959" y="1143000"/>
            <a:ext cx="7543800" cy="4726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0" bIns="45700" anchor="t" anchorCtr="0">
            <a:normAutofit/>
          </a:bodyPr>
          <a:lstStyle/>
          <a:p>
            <a:pPr marL="91440" lvl="0" indent="-12700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000"/>
              <a:buChar char=" "/>
            </a:pPr>
            <a:r>
              <a:rPr lang="en-AU"/>
              <a:t>The trigger function also receives two variables </a:t>
            </a:r>
            <a:r>
              <a:rPr lang="en-AU" b="1"/>
              <a:t>NEW</a:t>
            </a:r>
            <a:r>
              <a:rPr lang="en-AU"/>
              <a:t> and </a:t>
            </a:r>
            <a:r>
              <a:rPr lang="en-AU" b="1"/>
              <a:t>OLD </a:t>
            </a:r>
            <a:r>
              <a:rPr lang="en-AU"/>
              <a:t>that contains the new and old row version, respectively. </a:t>
            </a:r>
            <a:endParaRPr/>
          </a:p>
          <a:p>
            <a:pPr marL="91440" lvl="0" indent="-127000" algn="l" rtl="0">
              <a:lnSpc>
                <a:spcPct val="90000"/>
              </a:lnSpc>
              <a:spcBef>
                <a:spcPts val="1400"/>
              </a:spcBef>
              <a:spcAft>
                <a:spcPts val="0"/>
              </a:spcAft>
              <a:buSzPts val="2000"/>
              <a:buChar char=" "/>
            </a:pPr>
            <a:r>
              <a:rPr lang="en-AU"/>
              <a:t>Depending on the trigger, NEW and OLD variables can be accessed.</a:t>
            </a:r>
            <a:endParaRPr/>
          </a:p>
          <a:p>
            <a:pPr marL="91440" lvl="0" indent="0" algn="l" rtl="0">
              <a:lnSpc>
                <a:spcPct val="90000"/>
              </a:lnSpc>
              <a:spcBef>
                <a:spcPts val="1400"/>
              </a:spcBef>
              <a:spcAft>
                <a:spcPts val="0"/>
              </a:spcAft>
              <a:buSzPts val="2000"/>
              <a:buNone/>
            </a:pPr>
            <a:endParaRPr/>
          </a:p>
          <a:p>
            <a:pPr marL="91440" lvl="0" indent="0" algn="l" rtl="0">
              <a:lnSpc>
                <a:spcPct val="90000"/>
              </a:lnSpc>
              <a:spcBef>
                <a:spcPts val="1400"/>
              </a:spcBef>
              <a:spcAft>
                <a:spcPts val="0"/>
              </a:spcAft>
              <a:buSzPts val="2000"/>
              <a:buNone/>
            </a:pPr>
            <a:endParaRPr/>
          </a:p>
          <a:p>
            <a:pPr marL="91440" lvl="0" indent="0" algn="l" rtl="0">
              <a:lnSpc>
                <a:spcPct val="90000"/>
              </a:lnSpc>
              <a:spcBef>
                <a:spcPts val="1400"/>
              </a:spcBef>
              <a:spcAft>
                <a:spcPts val="0"/>
              </a:spcAft>
              <a:buSzPts val="2000"/>
              <a:buNone/>
            </a:pPr>
            <a:endParaRPr/>
          </a:p>
          <a:p>
            <a:pPr marL="0" lvl="0" indent="0" algn="l" rtl="0">
              <a:lnSpc>
                <a:spcPct val="90000"/>
              </a:lnSpc>
              <a:spcBef>
                <a:spcPts val="1400"/>
              </a:spcBef>
              <a:spcAft>
                <a:spcPts val="0"/>
              </a:spcAft>
              <a:buSzPts val="2000"/>
              <a:buNone/>
            </a:pPr>
            <a:endParaRPr/>
          </a:p>
          <a:p>
            <a:pPr marL="91440" lvl="0" indent="-127000" algn="l" rtl="0">
              <a:lnSpc>
                <a:spcPct val="90000"/>
              </a:lnSpc>
              <a:spcBef>
                <a:spcPts val="1400"/>
              </a:spcBef>
              <a:spcAft>
                <a:spcPts val="0"/>
              </a:spcAft>
              <a:buSzPts val="2000"/>
              <a:buChar char=" "/>
            </a:pPr>
            <a:r>
              <a:rPr lang="en-AU"/>
              <a:t>Possible usage: RETURN OLD or RETURN NEW (depending on which version of the tuple is to be used)</a:t>
            </a:r>
            <a:endParaRPr/>
          </a:p>
        </p:txBody>
      </p:sp>
      <p:sp>
        <p:nvSpPr>
          <p:cNvPr id="684" name="Google Shape;684;p78"/>
          <p:cNvSpPr txBox="1">
            <a:spLocks noGrp="1"/>
          </p:cNvSpPr>
          <p:nvPr>
            <p:ph type="sldNum" idx="12"/>
          </p:nvPr>
        </p:nvSpPr>
        <p:spPr>
          <a:xfrm>
            <a:off x="7425344" y="6459786"/>
            <a:ext cx="9840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AU"/>
              <a:t>63</a:t>
            </a:fld>
            <a:endParaRPr/>
          </a:p>
        </p:txBody>
      </p:sp>
      <p:graphicFrame>
        <p:nvGraphicFramePr>
          <p:cNvPr id="685" name="Google Shape;685;p78"/>
          <p:cNvGraphicFramePr/>
          <p:nvPr/>
        </p:nvGraphicFramePr>
        <p:xfrm>
          <a:off x="1292130" y="2362200"/>
          <a:ext cx="6096000" cy="1483400"/>
        </p:xfrm>
        <a:graphic>
          <a:graphicData uri="http://schemas.openxmlformats.org/drawingml/2006/table">
            <a:tbl>
              <a:tblPr firstRow="1" bandRow="1">
                <a:noFill/>
                <a:tableStyleId>{7643368D-5839-408D-807D-AB2263CD1EC3}</a:tableStyleId>
              </a:tblPr>
              <a:tblGrid>
                <a:gridCol w="2032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032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0320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70850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AU" sz="1800"/>
                        <a:t>Trigger</a:t>
                      </a:r>
                      <a:endParaRPr sz="1800"/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AU" sz="1800"/>
                        <a:t>NEW</a:t>
                      </a:r>
                      <a:endParaRPr sz="1800"/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AU" sz="1800"/>
                        <a:t>OLD</a:t>
                      </a:r>
                      <a:endParaRPr sz="1800"/>
                    </a:p>
                  </a:txBody>
                  <a:tcPr marL="91450" marR="91450" marT="45725" marB="45725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0850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AU" sz="1800"/>
                        <a:t>Insert</a:t>
                      </a:r>
                      <a:endParaRPr sz="1800"/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AU" sz="1800"/>
                        <a:t>Yes</a:t>
                      </a:r>
                      <a:endParaRPr sz="1800"/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AU" sz="1800"/>
                        <a:t>No</a:t>
                      </a:r>
                      <a:endParaRPr sz="1800"/>
                    </a:p>
                  </a:txBody>
                  <a:tcPr marL="91450" marR="91450" marT="45725" marB="45725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70850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AU" sz="1800"/>
                        <a:t>Update</a:t>
                      </a:r>
                      <a:endParaRPr sz="1800"/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AU" sz="1800"/>
                        <a:t>Yes</a:t>
                      </a:r>
                      <a:endParaRPr sz="1800"/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AU" sz="1800"/>
                        <a:t>Yes</a:t>
                      </a:r>
                      <a:endParaRPr sz="1800"/>
                    </a:p>
                  </a:txBody>
                  <a:tcPr marL="91450" marR="91450" marT="45725" marB="45725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70850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AU" sz="1800"/>
                        <a:t>Delete</a:t>
                      </a:r>
                      <a:endParaRPr sz="1800"/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AU" sz="1800"/>
                        <a:t>No</a:t>
                      </a:r>
                      <a:endParaRPr sz="1800"/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AU" sz="1800"/>
                        <a:t>Yes</a:t>
                      </a:r>
                      <a:endParaRPr sz="1800"/>
                    </a:p>
                  </a:txBody>
                  <a:tcPr marL="91450" marR="91450" marT="45725" marB="45725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6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1" name="Google Shape;691;p79"/>
          <p:cNvSpPr txBox="1">
            <a:spLocks noGrp="1"/>
          </p:cNvSpPr>
          <p:nvPr>
            <p:ph type="title"/>
          </p:nvPr>
        </p:nvSpPr>
        <p:spPr>
          <a:xfrm>
            <a:off x="822960" y="286605"/>
            <a:ext cx="7543800" cy="704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 fontScale="90000"/>
          </a:bodyPr>
          <a:lstStyle/>
          <a:p>
            <a:pPr marL="0" lvl="0" indent="0" algn="l" rtl="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rgbClr val="3F3F3F"/>
              </a:buClr>
              <a:buSzPct val="100000"/>
              <a:buFont typeface="Times New Roman"/>
              <a:buNone/>
            </a:pPr>
            <a:r>
              <a:rPr lang="en-AU"/>
              <a:t>Trigger Example</a:t>
            </a:r>
            <a:endParaRPr/>
          </a:p>
        </p:txBody>
      </p:sp>
      <p:sp>
        <p:nvSpPr>
          <p:cNvPr id="692" name="Google Shape;692;p79"/>
          <p:cNvSpPr txBox="1">
            <a:spLocks noGrp="1"/>
          </p:cNvSpPr>
          <p:nvPr>
            <p:ph type="body" idx="1"/>
          </p:nvPr>
        </p:nvSpPr>
        <p:spPr>
          <a:xfrm>
            <a:off x="822959" y="1143000"/>
            <a:ext cx="7543800" cy="4726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0" bIns="45700" anchor="t" anchorCtr="0">
            <a:noAutofit/>
          </a:bodyPr>
          <a:lstStyle/>
          <a:p>
            <a:pPr marL="91440" lvl="0" indent="-11430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800"/>
              <a:buChar char=" "/>
            </a:pPr>
            <a:r>
              <a:rPr lang="en-AU" sz="1800"/>
              <a:t>Consider a database of people in the USA:</a:t>
            </a:r>
            <a:endParaRPr/>
          </a:p>
          <a:p>
            <a:pPr marL="292608" lvl="1" indent="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600"/>
              <a:buNone/>
            </a:pPr>
            <a:br>
              <a:rPr lang="en-AU" sz="1600"/>
            </a:br>
            <a:r>
              <a:rPr lang="en-AU" sz="1600"/>
              <a:t>Create table Person ( </a:t>
            </a:r>
            <a:endParaRPr/>
          </a:p>
          <a:p>
            <a:pPr marL="566928" lvl="3" indent="0" algn="l" rtl="0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SzPts val="1600"/>
              <a:buNone/>
            </a:pPr>
            <a:r>
              <a:rPr lang="en-AU" sz="1600"/>
              <a:t>	id integer primary key, </a:t>
            </a:r>
            <a:endParaRPr/>
          </a:p>
          <a:p>
            <a:pPr marL="566928" lvl="3" indent="0" algn="l" rtl="0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SzPts val="1600"/>
              <a:buNone/>
            </a:pPr>
            <a:r>
              <a:rPr lang="en-AU" sz="1600"/>
              <a:t>	ssn varchar(11) unique,</a:t>
            </a:r>
            <a:endParaRPr/>
          </a:p>
          <a:p>
            <a:pPr marL="566928" lvl="3" indent="0" algn="l" rtl="0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SzPts val="1600"/>
              <a:buNone/>
            </a:pPr>
            <a:r>
              <a:rPr lang="en-AU" sz="1600"/>
              <a:t>	</a:t>
            </a:r>
            <a:r>
              <a:rPr lang="en-AU" sz="1600" b="1"/>
              <a:t>state</a:t>
            </a:r>
            <a:r>
              <a:rPr lang="en-AU" sz="1600"/>
              <a:t> char(2), ... );</a:t>
            </a:r>
            <a:endParaRPr/>
          </a:p>
          <a:p>
            <a:pPr marL="566928" lvl="3" indent="0" algn="l" rtl="0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SzPts val="1600"/>
              <a:buNone/>
            </a:pPr>
            <a:endParaRPr sz="1600"/>
          </a:p>
          <a:p>
            <a:pPr marL="292608" lvl="1" indent="0" algn="l" rtl="0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SzPts val="1600"/>
              <a:buNone/>
            </a:pPr>
            <a:r>
              <a:rPr lang="en-AU" sz="1600"/>
              <a:t>Create table States ( </a:t>
            </a:r>
            <a:endParaRPr/>
          </a:p>
          <a:p>
            <a:pPr marL="566928" lvl="3" indent="0" algn="l" rtl="0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SzPts val="1600"/>
              <a:buNone/>
            </a:pPr>
            <a:r>
              <a:rPr lang="en-AU" sz="1600"/>
              <a:t>	id integer primary key, </a:t>
            </a:r>
            <a:endParaRPr/>
          </a:p>
          <a:p>
            <a:pPr marL="566928" lvl="3" indent="0" algn="l" rtl="0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SzPts val="1600"/>
              <a:buNone/>
            </a:pPr>
            <a:r>
              <a:rPr lang="en-AU" sz="1600"/>
              <a:t>	code char(2) unique, </a:t>
            </a:r>
            <a:endParaRPr/>
          </a:p>
          <a:p>
            <a:pPr marL="566928" lvl="3" indent="0" algn="l" rtl="0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SzPts val="1600"/>
              <a:buNone/>
            </a:pPr>
            <a:r>
              <a:rPr lang="en-AU" sz="1600"/>
              <a:t>	... );</a:t>
            </a:r>
            <a:endParaRPr/>
          </a:p>
          <a:p>
            <a:pPr marL="0" lvl="0" indent="0" algn="l" rtl="0">
              <a:lnSpc>
                <a:spcPct val="90000"/>
              </a:lnSpc>
              <a:spcBef>
                <a:spcPts val="1600"/>
              </a:spcBef>
              <a:spcAft>
                <a:spcPts val="0"/>
              </a:spcAft>
              <a:buSzPts val="1800"/>
              <a:buNone/>
            </a:pPr>
            <a:r>
              <a:rPr lang="en-AU" sz="1800"/>
              <a:t>We want the state value</a:t>
            </a:r>
            <a:br>
              <a:rPr lang="en-AU" sz="1800"/>
            </a:br>
            <a:r>
              <a:rPr lang="en-AU" sz="1800"/>
              <a:t>Person.state ∈ (select code from States),  or </a:t>
            </a:r>
            <a:br>
              <a:rPr lang="en-AU" sz="1800"/>
            </a:br>
            <a:r>
              <a:rPr lang="en-AU" sz="1800"/>
              <a:t>exists (select id from States where code=Person.state)</a:t>
            </a:r>
            <a:endParaRPr/>
          </a:p>
          <a:p>
            <a:pPr marL="0" lvl="0" indent="0" algn="l" rtl="0">
              <a:lnSpc>
                <a:spcPct val="90000"/>
              </a:lnSpc>
              <a:spcBef>
                <a:spcPts val="1400"/>
              </a:spcBef>
              <a:spcAft>
                <a:spcPts val="0"/>
              </a:spcAft>
              <a:buSzPts val="1800"/>
              <a:buNone/>
            </a:pPr>
            <a:r>
              <a:rPr lang="en-AU" sz="1800"/>
              <a:t>Note: we can use a trigger to help enforce this constraint.</a:t>
            </a:r>
            <a:endParaRPr/>
          </a:p>
        </p:txBody>
      </p:sp>
      <p:sp>
        <p:nvSpPr>
          <p:cNvPr id="693" name="Google Shape;693;p79"/>
          <p:cNvSpPr txBox="1">
            <a:spLocks noGrp="1"/>
          </p:cNvSpPr>
          <p:nvPr>
            <p:ph type="sldNum" idx="12"/>
          </p:nvPr>
        </p:nvSpPr>
        <p:spPr>
          <a:xfrm>
            <a:off x="7425344" y="6459786"/>
            <a:ext cx="9840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AU"/>
              <a:t>64</a:t>
            </a:fld>
            <a:endParaRPr/>
          </a:p>
        </p:txBody>
      </p:sp>
      <p:sp>
        <p:nvSpPr>
          <p:cNvPr id="694" name="Google Shape;694;p79"/>
          <p:cNvSpPr/>
          <p:nvPr/>
        </p:nvSpPr>
        <p:spPr>
          <a:xfrm>
            <a:off x="801149" y="1524000"/>
            <a:ext cx="4152000" cy="1339200"/>
          </a:xfrm>
          <a:prstGeom prst="rect">
            <a:avLst/>
          </a:prstGeom>
          <a:noFill/>
          <a:ln w="9525" cap="flat" cmpd="sng">
            <a:solidFill>
              <a:schemeClr val="accen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accen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695" name="Google Shape;695;p79"/>
          <p:cNvSpPr/>
          <p:nvPr/>
        </p:nvSpPr>
        <p:spPr>
          <a:xfrm>
            <a:off x="801149" y="3015517"/>
            <a:ext cx="4152000" cy="1339200"/>
          </a:xfrm>
          <a:prstGeom prst="rect">
            <a:avLst/>
          </a:prstGeom>
          <a:noFill/>
          <a:ln w="9525" cap="flat" cmpd="sng">
            <a:solidFill>
              <a:schemeClr val="accen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accen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6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1" name="Google Shape;701;p80"/>
          <p:cNvSpPr txBox="1">
            <a:spLocks noGrp="1"/>
          </p:cNvSpPr>
          <p:nvPr>
            <p:ph type="title"/>
          </p:nvPr>
        </p:nvSpPr>
        <p:spPr>
          <a:xfrm>
            <a:off x="822960" y="286605"/>
            <a:ext cx="7543800" cy="704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 fontScale="90000"/>
          </a:bodyPr>
          <a:lstStyle/>
          <a:p>
            <a:pPr marL="0" lvl="0" indent="0" algn="l" rtl="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rgbClr val="3F3F3F"/>
              </a:buClr>
              <a:buSzPct val="100000"/>
              <a:buFont typeface="Times New Roman"/>
              <a:buNone/>
            </a:pPr>
            <a:r>
              <a:rPr lang="en-AU"/>
              <a:t>Trigger Example(cont.)</a:t>
            </a:r>
            <a:endParaRPr/>
          </a:p>
        </p:txBody>
      </p:sp>
      <p:sp>
        <p:nvSpPr>
          <p:cNvPr id="702" name="Google Shape;702;p80"/>
          <p:cNvSpPr txBox="1">
            <a:spLocks noGrp="1"/>
          </p:cNvSpPr>
          <p:nvPr>
            <p:ph type="body" idx="1"/>
          </p:nvPr>
        </p:nvSpPr>
        <p:spPr>
          <a:xfrm>
            <a:off x="822959" y="1143000"/>
            <a:ext cx="7543800" cy="4726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0" bIns="45700" anchor="t" anchorCtr="0">
            <a:noAutofit/>
          </a:bodyPr>
          <a:lstStyle/>
          <a:p>
            <a:pPr marL="201168" lvl="1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</a:pPr>
            <a:r>
              <a:rPr lang="en-AU" sz="1500"/>
              <a:t>Create Trigger checkState before insert or update on Person for each row </a:t>
            </a:r>
            <a:br>
              <a:rPr lang="en-AU" sz="1500"/>
            </a:br>
            <a:r>
              <a:rPr lang="en-AU" sz="1500"/>
              <a:t>execute procedure </a:t>
            </a:r>
            <a:r>
              <a:rPr lang="en-AU" sz="1500" b="1"/>
              <a:t>checkState()</a:t>
            </a:r>
            <a:r>
              <a:rPr lang="en-AU" sz="1500"/>
              <a:t>;</a:t>
            </a:r>
            <a:endParaRPr sz="1500" b="1"/>
          </a:p>
          <a:p>
            <a:pPr marL="384048" lvl="1" indent="-87629" algn="l" rtl="0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SzPts val="1500"/>
              <a:buNone/>
            </a:pPr>
            <a:endParaRPr sz="1500"/>
          </a:p>
          <a:p>
            <a:pPr marL="201168" lvl="1" indent="0" algn="l" rtl="0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SzPts val="1500"/>
              <a:buNone/>
            </a:pPr>
            <a:r>
              <a:rPr lang="en-AU" sz="1500"/>
              <a:t>Create Function </a:t>
            </a:r>
            <a:r>
              <a:rPr lang="en-AU" sz="1500" b="1"/>
              <a:t>checkState() </a:t>
            </a:r>
            <a:r>
              <a:rPr lang="en-AU" sz="1500"/>
              <a:t>returns trigger as $$ </a:t>
            </a:r>
            <a:endParaRPr/>
          </a:p>
          <a:p>
            <a:pPr marL="201168" lvl="1" indent="0" algn="l" rtl="0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SzPts val="1500"/>
              <a:buNone/>
            </a:pPr>
            <a:r>
              <a:rPr lang="en-AU" sz="1500"/>
              <a:t>begin </a:t>
            </a:r>
            <a:endParaRPr/>
          </a:p>
          <a:p>
            <a:pPr marL="201168" lvl="1" indent="0" algn="l" rtl="0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SzPts val="1500"/>
              <a:buNone/>
            </a:pPr>
            <a:r>
              <a:rPr lang="en-AU" sz="1500"/>
              <a:t>	</a:t>
            </a:r>
            <a:r>
              <a:rPr lang="en-AU" sz="1500">
                <a:solidFill>
                  <a:srgbClr val="00B0F0"/>
                </a:solidFill>
              </a:rPr>
              <a:t>-- normalise the user-supplied value </a:t>
            </a:r>
            <a:endParaRPr/>
          </a:p>
          <a:p>
            <a:pPr marL="201168" lvl="1" indent="0" algn="l" rtl="0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SzPts val="1500"/>
              <a:buNone/>
            </a:pPr>
            <a:r>
              <a:rPr lang="en-AU" sz="1500"/>
              <a:t>	new.state = upper(trim(new.state)); </a:t>
            </a:r>
            <a:endParaRPr/>
          </a:p>
          <a:p>
            <a:pPr marL="201168" lvl="1" indent="0" algn="l" rtl="0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SzPts val="1500"/>
              <a:buNone/>
            </a:pPr>
            <a:r>
              <a:rPr lang="en-AU" sz="1500"/>
              <a:t>	if (new.state !~ '^[A-Z][A-Z]$') then </a:t>
            </a:r>
            <a:endParaRPr/>
          </a:p>
          <a:p>
            <a:pPr marL="201168" lvl="1" indent="0" algn="l" rtl="0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SzPts val="1500"/>
              <a:buNone/>
            </a:pPr>
            <a:r>
              <a:rPr lang="en-AU" sz="1500"/>
              <a:t>		raise exception 'Code Must Be Two Alpha Chars'; </a:t>
            </a:r>
            <a:endParaRPr/>
          </a:p>
          <a:p>
            <a:pPr marL="201168" lvl="1" indent="0" algn="l" rtl="0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SzPts val="1500"/>
              <a:buNone/>
            </a:pPr>
            <a:r>
              <a:rPr lang="en-AU" sz="1500"/>
              <a:t>	end if; </a:t>
            </a:r>
            <a:endParaRPr/>
          </a:p>
          <a:p>
            <a:pPr marL="201168" lvl="1" indent="0" algn="l" rtl="0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SzPts val="1500"/>
              <a:buNone/>
            </a:pPr>
            <a:r>
              <a:rPr lang="en-AU" sz="1500"/>
              <a:t>	</a:t>
            </a:r>
            <a:r>
              <a:rPr lang="en-AU" sz="1500">
                <a:solidFill>
                  <a:srgbClr val="00B0F0"/>
                </a:solidFill>
              </a:rPr>
              <a:t>-- implement referential integrity check </a:t>
            </a:r>
            <a:endParaRPr/>
          </a:p>
          <a:p>
            <a:pPr marL="201168" lvl="1" indent="0" algn="l" rtl="0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SzPts val="1500"/>
              <a:buNone/>
            </a:pPr>
            <a:r>
              <a:rPr lang="en-AU" sz="1500"/>
              <a:t>	select * from States where code=new.state; </a:t>
            </a:r>
            <a:endParaRPr/>
          </a:p>
          <a:p>
            <a:pPr marL="201168" lvl="1" indent="0" algn="l" rtl="0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SzPts val="1500"/>
              <a:buNone/>
            </a:pPr>
            <a:r>
              <a:rPr lang="en-AU" sz="1500"/>
              <a:t>	if (not found) then </a:t>
            </a:r>
            <a:endParaRPr/>
          </a:p>
          <a:p>
            <a:pPr marL="201168" lvl="1" indent="0" algn="l" rtl="0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SzPts val="1500"/>
              <a:buNone/>
            </a:pPr>
            <a:r>
              <a:rPr lang="en-AU" sz="1500"/>
              <a:t>		raise exception 'Invalid State Code %',new.state;</a:t>
            </a:r>
            <a:endParaRPr/>
          </a:p>
          <a:p>
            <a:pPr marL="201168" lvl="1" indent="0" algn="l" rtl="0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SzPts val="1500"/>
              <a:buNone/>
            </a:pPr>
            <a:r>
              <a:rPr lang="en-AU" sz="1500"/>
              <a:t>	end if; </a:t>
            </a:r>
            <a:endParaRPr/>
          </a:p>
          <a:p>
            <a:pPr marL="201168" lvl="1" indent="0" algn="l" rtl="0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SzPts val="1500"/>
              <a:buNone/>
            </a:pPr>
            <a:r>
              <a:rPr lang="en-AU" sz="1500"/>
              <a:t>	return new; </a:t>
            </a:r>
            <a:endParaRPr/>
          </a:p>
          <a:p>
            <a:pPr marL="201168" lvl="1" indent="0" algn="l" rtl="0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SzPts val="1500"/>
              <a:buNone/>
            </a:pPr>
            <a:r>
              <a:rPr lang="en-AU" sz="1500"/>
              <a:t>end;  $$ language plpgsql;</a:t>
            </a:r>
            <a:endParaRPr/>
          </a:p>
        </p:txBody>
      </p:sp>
      <p:sp>
        <p:nvSpPr>
          <p:cNvPr id="703" name="Google Shape;703;p80"/>
          <p:cNvSpPr txBox="1">
            <a:spLocks noGrp="1"/>
          </p:cNvSpPr>
          <p:nvPr>
            <p:ph type="sldNum" idx="12"/>
          </p:nvPr>
        </p:nvSpPr>
        <p:spPr>
          <a:xfrm>
            <a:off x="7425344" y="6459786"/>
            <a:ext cx="9840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AU"/>
              <a:t>65</a:t>
            </a:fld>
            <a:endParaRPr/>
          </a:p>
        </p:txBody>
      </p:sp>
      <p:sp>
        <p:nvSpPr>
          <p:cNvPr id="704" name="Google Shape;704;p80"/>
          <p:cNvSpPr/>
          <p:nvPr/>
        </p:nvSpPr>
        <p:spPr>
          <a:xfrm>
            <a:off x="856956" y="1143000"/>
            <a:ext cx="7330500" cy="609600"/>
          </a:xfrm>
          <a:prstGeom prst="rect">
            <a:avLst/>
          </a:prstGeom>
          <a:noFill/>
          <a:ln w="9525" cap="flat" cmpd="sng">
            <a:solidFill>
              <a:schemeClr val="accen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accen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705" name="Google Shape;705;p80"/>
          <p:cNvSpPr/>
          <p:nvPr/>
        </p:nvSpPr>
        <p:spPr>
          <a:xfrm>
            <a:off x="856956" y="1807505"/>
            <a:ext cx="7330500" cy="4083300"/>
          </a:xfrm>
          <a:prstGeom prst="rect">
            <a:avLst/>
          </a:prstGeom>
          <a:noFill/>
          <a:ln w="9525" cap="flat" cmpd="sng">
            <a:solidFill>
              <a:schemeClr val="accen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accen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6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1" name="Google Shape;711;p81"/>
          <p:cNvSpPr txBox="1">
            <a:spLocks noGrp="1"/>
          </p:cNvSpPr>
          <p:nvPr>
            <p:ph type="title"/>
          </p:nvPr>
        </p:nvSpPr>
        <p:spPr>
          <a:xfrm>
            <a:off x="822960" y="286605"/>
            <a:ext cx="7543800" cy="704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 fontScale="90000"/>
          </a:bodyPr>
          <a:lstStyle/>
          <a:p>
            <a:pPr marL="0" lvl="0" indent="0" algn="l" rtl="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rgbClr val="3F3F3F"/>
              </a:buClr>
              <a:buSzPct val="100000"/>
              <a:buFont typeface="Times New Roman"/>
              <a:buNone/>
            </a:pPr>
            <a:r>
              <a:rPr lang="en-AU"/>
              <a:t>Trigger Example</a:t>
            </a:r>
            <a:r>
              <a:rPr lang="en-AU" sz="1800"/>
              <a:t>(cont.)</a:t>
            </a:r>
            <a:endParaRPr/>
          </a:p>
        </p:txBody>
      </p:sp>
      <p:sp>
        <p:nvSpPr>
          <p:cNvPr id="712" name="Google Shape;712;p81"/>
          <p:cNvSpPr txBox="1">
            <a:spLocks noGrp="1"/>
          </p:cNvSpPr>
          <p:nvPr>
            <p:ph type="body" idx="1"/>
          </p:nvPr>
        </p:nvSpPr>
        <p:spPr>
          <a:xfrm>
            <a:off x="838200" y="1066800"/>
            <a:ext cx="8229600" cy="5181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0" bIns="45700" anchor="t" anchorCtr="0">
            <a:normAutofit/>
          </a:bodyPr>
          <a:lstStyle/>
          <a:p>
            <a:pPr marL="91440" lvl="0" indent="-12065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900"/>
              <a:buChar char=" "/>
            </a:pPr>
            <a:r>
              <a:rPr lang="en-AU" sz="1900" b="1"/>
              <a:t>Example </a:t>
            </a:r>
            <a:r>
              <a:rPr lang="en-AU" sz="1900"/>
              <a:t>Scenario: </a:t>
            </a:r>
            <a:endParaRPr/>
          </a:p>
          <a:p>
            <a:pPr marL="384048" lvl="1" indent="-182880" algn="l" rtl="0">
              <a:lnSpc>
                <a:spcPct val="150000"/>
              </a:lnSpc>
              <a:spcBef>
                <a:spcPts val="400"/>
              </a:spcBef>
              <a:spcAft>
                <a:spcPts val="0"/>
              </a:spcAft>
              <a:buSzPts val="1900"/>
              <a:buChar char="◦"/>
            </a:pPr>
            <a:r>
              <a:rPr lang="en-AU" sz="1900"/>
              <a:t>Employee(id, name, address, deptartment, salary) </a:t>
            </a:r>
            <a:endParaRPr/>
          </a:p>
          <a:p>
            <a:pPr marL="384048" lvl="1" indent="-182880" algn="l" rtl="0">
              <a:lnSpc>
                <a:spcPct val="150000"/>
              </a:lnSpc>
              <a:spcBef>
                <a:spcPts val="600"/>
              </a:spcBef>
              <a:spcAft>
                <a:spcPts val="0"/>
              </a:spcAft>
              <a:buSzPts val="1900"/>
              <a:buChar char="◦"/>
            </a:pPr>
            <a:r>
              <a:rPr lang="en-AU" sz="1900"/>
              <a:t>Department(id, name, manager, </a:t>
            </a:r>
            <a:r>
              <a:rPr lang="en-AU" sz="1900" b="1"/>
              <a:t>totSal</a:t>
            </a:r>
            <a:r>
              <a:rPr lang="en-AU" sz="1900"/>
              <a:t>)</a:t>
            </a:r>
            <a:endParaRPr/>
          </a:p>
          <a:p>
            <a:pPr marL="91440" lvl="0" indent="-120650" algn="l" rtl="0">
              <a:lnSpc>
                <a:spcPct val="150000"/>
              </a:lnSpc>
              <a:spcBef>
                <a:spcPts val="1600"/>
              </a:spcBef>
              <a:spcAft>
                <a:spcPts val="0"/>
              </a:spcAft>
              <a:buSzPts val="1900"/>
              <a:buChar char=" "/>
            </a:pPr>
            <a:r>
              <a:rPr lang="en-AU" sz="1900"/>
              <a:t>Consider a </a:t>
            </a:r>
            <a:r>
              <a:rPr lang="en-AU" sz="1900" b="1"/>
              <a:t>constraint </a:t>
            </a:r>
            <a:r>
              <a:rPr lang="en-AU" sz="1900"/>
              <a:t>that we wish to enforce.</a:t>
            </a:r>
            <a:endParaRPr/>
          </a:p>
          <a:p>
            <a:pPr marL="201168" lvl="1" indent="0" algn="l" rtl="0">
              <a:lnSpc>
                <a:spcPct val="150000"/>
              </a:lnSpc>
              <a:spcBef>
                <a:spcPts val="400"/>
              </a:spcBef>
              <a:spcAft>
                <a:spcPts val="0"/>
              </a:spcAft>
              <a:buSzPts val="1700"/>
              <a:buNone/>
            </a:pPr>
            <a:r>
              <a:rPr lang="en-AU" sz="1700">
                <a:solidFill>
                  <a:srgbClr val="002060"/>
                </a:solidFill>
              </a:rPr>
              <a:t>The value of Department.total_salary be equal to that of…</a:t>
            </a:r>
            <a:endParaRPr/>
          </a:p>
          <a:p>
            <a:pPr marL="201168" lvl="1" indent="0" algn="l" rtl="0">
              <a:lnSpc>
                <a:spcPct val="150000"/>
              </a:lnSpc>
              <a:spcBef>
                <a:spcPts val="600"/>
              </a:spcBef>
              <a:spcAft>
                <a:spcPts val="0"/>
              </a:spcAft>
              <a:buSzPts val="1700"/>
              <a:buNone/>
            </a:pPr>
            <a:r>
              <a:rPr lang="en-AU" sz="1700">
                <a:solidFill>
                  <a:srgbClr val="002060"/>
                </a:solidFill>
              </a:rPr>
              <a:t>select sum(e.salary) from Employee e where e.dept = d.id;</a:t>
            </a:r>
            <a:endParaRPr/>
          </a:p>
          <a:p>
            <a:pPr marL="91440" lvl="0" indent="-120650" algn="l" rtl="0">
              <a:lnSpc>
                <a:spcPct val="150000"/>
              </a:lnSpc>
              <a:spcBef>
                <a:spcPts val="1600"/>
              </a:spcBef>
              <a:spcAft>
                <a:spcPts val="0"/>
              </a:spcAft>
              <a:buSzPts val="1900"/>
              <a:buChar char=" "/>
            </a:pPr>
            <a:r>
              <a:rPr lang="en-AU" sz="1900"/>
              <a:t>Question: How can we keep the value of total_salary correct? </a:t>
            </a:r>
            <a:endParaRPr/>
          </a:p>
          <a:p>
            <a:pPr marL="457200" lvl="1" indent="0" algn="l" rtl="0">
              <a:lnSpc>
                <a:spcPct val="150000"/>
              </a:lnSpc>
              <a:spcBef>
                <a:spcPts val="400"/>
              </a:spcBef>
              <a:spcAft>
                <a:spcPts val="0"/>
              </a:spcAft>
              <a:buSzPts val="1900"/>
              <a:buNone/>
            </a:pPr>
            <a:endParaRPr sz="1900"/>
          </a:p>
        </p:txBody>
      </p:sp>
      <p:sp>
        <p:nvSpPr>
          <p:cNvPr id="713" name="Google Shape;713;p81"/>
          <p:cNvSpPr txBox="1">
            <a:spLocks noGrp="1"/>
          </p:cNvSpPr>
          <p:nvPr>
            <p:ph type="sldNum" idx="12"/>
          </p:nvPr>
        </p:nvSpPr>
        <p:spPr>
          <a:xfrm>
            <a:off x="7425344" y="6459786"/>
            <a:ext cx="9840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AU"/>
              <a:t>66</a:t>
            </a:fld>
            <a:endParaRPr/>
          </a:p>
        </p:txBody>
      </p:sp>
    </p:spTree>
  </p:cSld>
  <p:clrMapOvr>
    <a:masterClrMapping/>
  </p:clrMapOvr>
</p:sld>
</file>

<file path=ppt/slides/slide6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8" name="Google Shape;718;p82"/>
          <p:cNvSpPr txBox="1">
            <a:spLocks noGrp="1"/>
          </p:cNvSpPr>
          <p:nvPr>
            <p:ph type="title"/>
          </p:nvPr>
        </p:nvSpPr>
        <p:spPr>
          <a:xfrm>
            <a:off x="822960" y="286605"/>
            <a:ext cx="7543800" cy="704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rgbClr val="3F3F3F"/>
              </a:buClr>
              <a:buSzPct val="100000"/>
              <a:buFont typeface="Times New Roman"/>
              <a:buNone/>
            </a:pPr>
            <a:r>
              <a:rPr lang="en-AU"/>
              <a:t>Trigger Example</a:t>
            </a:r>
            <a:r>
              <a:rPr lang="en-AU" sz="1800"/>
              <a:t>(cont.)</a:t>
            </a:r>
            <a:endParaRPr/>
          </a:p>
        </p:txBody>
      </p:sp>
      <p:sp>
        <p:nvSpPr>
          <p:cNvPr id="719" name="Google Shape;719;p82"/>
          <p:cNvSpPr txBox="1">
            <a:spLocks noGrp="1"/>
          </p:cNvSpPr>
          <p:nvPr>
            <p:ph type="body" idx="1"/>
          </p:nvPr>
        </p:nvSpPr>
        <p:spPr>
          <a:xfrm>
            <a:off x="822959" y="1143000"/>
            <a:ext cx="7543800" cy="4726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0" bIns="45700" anchor="t" anchorCtr="0">
            <a:normAutofit/>
          </a:bodyPr>
          <a:lstStyle/>
          <a:p>
            <a:pPr marL="91440" lvl="0" indent="-12065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900"/>
              <a:buChar char=" "/>
            </a:pPr>
            <a:r>
              <a:rPr lang="en-AU" sz="1900" b="1"/>
              <a:t>Example </a:t>
            </a:r>
            <a:r>
              <a:rPr lang="en-AU" sz="1900"/>
              <a:t>Scenario: </a:t>
            </a:r>
            <a:endParaRPr/>
          </a:p>
          <a:p>
            <a:pPr marL="384048" lvl="1" indent="-182880" algn="l" rtl="0">
              <a:lnSpc>
                <a:spcPct val="150000"/>
              </a:lnSpc>
              <a:spcBef>
                <a:spcPts val="400"/>
              </a:spcBef>
              <a:spcAft>
                <a:spcPts val="0"/>
              </a:spcAft>
              <a:buSzPts val="1900"/>
              <a:buChar char="◦"/>
            </a:pPr>
            <a:r>
              <a:rPr lang="en-AU" sz="1900"/>
              <a:t>Employee(id, name, address, deptartment, salary) </a:t>
            </a:r>
            <a:endParaRPr/>
          </a:p>
          <a:p>
            <a:pPr marL="384048" lvl="1" indent="-182880" algn="l" rtl="0">
              <a:lnSpc>
                <a:spcPct val="150000"/>
              </a:lnSpc>
              <a:spcBef>
                <a:spcPts val="600"/>
              </a:spcBef>
              <a:spcAft>
                <a:spcPts val="0"/>
              </a:spcAft>
              <a:buSzPts val="1900"/>
              <a:buChar char="◦"/>
            </a:pPr>
            <a:r>
              <a:rPr lang="en-AU" sz="1900"/>
              <a:t>Department(id, name, manager, </a:t>
            </a:r>
            <a:r>
              <a:rPr lang="en-AU" sz="1900" b="1"/>
              <a:t>totSal</a:t>
            </a:r>
            <a:r>
              <a:rPr lang="en-AU" sz="1900"/>
              <a:t>)</a:t>
            </a:r>
            <a:endParaRPr/>
          </a:p>
          <a:p>
            <a:pPr marL="91440" lvl="0" indent="-120650" algn="l" rtl="0">
              <a:lnSpc>
                <a:spcPct val="150000"/>
              </a:lnSpc>
              <a:spcBef>
                <a:spcPts val="1600"/>
              </a:spcBef>
              <a:spcAft>
                <a:spcPts val="0"/>
              </a:spcAft>
              <a:buSzPts val="1900"/>
              <a:buChar char=" "/>
            </a:pPr>
            <a:r>
              <a:rPr lang="en-AU" sz="1900"/>
              <a:t>These natural events that could affect the </a:t>
            </a:r>
            <a:r>
              <a:rPr lang="en-AU" sz="1900" b="1"/>
              <a:t>validity of the database</a:t>
            </a:r>
            <a:endParaRPr/>
          </a:p>
          <a:p>
            <a:pPr marL="384048" lvl="1" indent="-182880" algn="l" rtl="0">
              <a:lnSpc>
                <a:spcPct val="150000"/>
              </a:lnSpc>
              <a:spcBef>
                <a:spcPts val="400"/>
              </a:spcBef>
              <a:spcAft>
                <a:spcPts val="0"/>
              </a:spcAft>
              <a:buSzPts val="1900"/>
              <a:buChar char="◦"/>
            </a:pPr>
            <a:r>
              <a:rPr lang="en-AU" sz="1900"/>
              <a:t>a new employee beginning work in some department </a:t>
            </a:r>
            <a:endParaRPr/>
          </a:p>
          <a:p>
            <a:pPr marL="384048" lvl="1" indent="-182880" algn="l" rtl="0">
              <a:lnSpc>
                <a:spcPct val="150000"/>
              </a:lnSpc>
              <a:spcBef>
                <a:spcPts val="600"/>
              </a:spcBef>
              <a:spcAft>
                <a:spcPts val="0"/>
              </a:spcAft>
              <a:buSzPts val="1900"/>
              <a:buChar char="◦"/>
            </a:pPr>
            <a:r>
              <a:rPr lang="en-AU" sz="1900"/>
              <a:t>an employee getting a rise in salary </a:t>
            </a:r>
            <a:endParaRPr/>
          </a:p>
          <a:p>
            <a:pPr marL="384048" lvl="1" indent="-182880" algn="l" rtl="0">
              <a:lnSpc>
                <a:spcPct val="150000"/>
              </a:lnSpc>
              <a:spcBef>
                <a:spcPts val="600"/>
              </a:spcBef>
              <a:spcAft>
                <a:spcPts val="0"/>
              </a:spcAft>
              <a:buSzPts val="1900"/>
              <a:buChar char="◦"/>
            </a:pPr>
            <a:r>
              <a:rPr lang="en-AU" sz="1900"/>
              <a:t>an employee changing from one department to another </a:t>
            </a:r>
            <a:endParaRPr/>
          </a:p>
          <a:p>
            <a:pPr marL="384048" lvl="1" indent="-182880" algn="l" rtl="0">
              <a:lnSpc>
                <a:spcPct val="150000"/>
              </a:lnSpc>
              <a:spcBef>
                <a:spcPts val="600"/>
              </a:spcBef>
              <a:spcAft>
                <a:spcPts val="0"/>
              </a:spcAft>
              <a:buSzPts val="1900"/>
              <a:buChar char="◦"/>
            </a:pPr>
            <a:r>
              <a:rPr lang="en-AU" sz="1900"/>
              <a:t>an employee leaving the company </a:t>
            </a:r>
            <a:endParaRPr/>
          </a:p>
          <a:p>
            <a:pPr marL="91440" lvl="0" indent="0" algn="l" rtl="0">
              <a:lnSpc>
                <a:spcPct val="90000"/>
              </a:lnSpc>
              <a:spcBef>
                <a:spcPts val="1600"/>
              </a:spcBef>
              <a:spcAft>
                <a:spcPts val="0"/>
              </a:spcAft>
              <a:buSzPts val="2000"/>
              <a:buNone/>
            </a:pPr>
            <a:endParaRPr/>
          </a:p>
        </p:txBody>
      </p:sp>
      <p:sp>
        <p:nvSpPr>
          <p:cNvPr id="720" name="Google Shape;720;p82"/>
          <p:cNvSpPr txBox="1">
            <a:spLocks noGrp="1"/>
          </p:cNvSpPr>
          <p:nvPr>
            <p:ph type="sldNum" idx="12"/>
          </p:nvPr>
        </p:nvSpPr>
        <p:spPr>
          <a:xfrm>
            <a:off x="7425344" y="6459786"/>
            <a:ext cx="9840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AU"/>
              <a:t>67</a:t>
            </a:fld>
            <a:endParaRPr/>
          </a:p>
        </p:txBody>
      </p:sp>
    </p:spTree>
  </p:cSld>
  <p:clrMapOvr>
    <a:masterClrMapping/>
  </p:clrMapOvr>
</p:sld>
</file>

<file path=ppt/slides/slide6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6" name="Google Shape;726;p83"/>
          <p:cNvSpPr txBox="1">
            <a:spLocks noGrp="1"/>
          </p:cNvSpPr>
          <p:nvPr>
            <p:ph type="title"/>
          </p:nvPr>
        </p:nvSpPr>
        <p:spPr>
          <a:xfrm>
            <a:off x="822960" y="286605"/>
            <a:ext cx="7543800" cy="704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 fontScale="90000"/>
          </a:bodyPr>
          <a:lstStyle/>
          <a:p>
            <a:pPr marL="0" lvl="0" indent="0" algn="l" rtl="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rgbClr val="3F3F3F"/>
              </a:buClr>
              <a:buSzPct val="100000"/>
              <a:buFont typeface="Times New Roman"/>
              <a:buNone/>
            </a:pPr>
            <a:r>
              <a:rPr lang="en-AU"/>
              <a:t>Trigger Example</a:t>
            </a:r>
            <a:r>
              <a:rPr lang="en-AU" sz="1800"/>
              <a:t>(cont.)</a:t>
            </a:r>
            <a:endParaRPr/>
          </a:p>
        </p:txBody>
      </p:sp>
      <p:sp>
        <p:nvSpPr>
          <p:cNvPr id="727" name="Google Shape;727;p83"/>
          <p:cNvSpPr txBox="1">
            <a:spLocks noGrp="1"/>
          </p:cNvSpPr>
          <p:nvPr>
            <p:ph type="body" idx="1"/>
          </p:nvPr>
        </p:nvSpPr>
        <p:spPr>
          <a:xfrm>
            <a:off x="838200" y="1066800"/>
            <a:ext cx="8229600" cy="5029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0" bIns="45700" anchor="t" anchorCtr="0">
            <a:noAutofit/>
          </a:bodyPr>
          <a:lstStyle/>
          <a:p>
            <a:pPr marL="91440" lvl="0" indent="-11430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SzPts val="1800"/>
              <a:buChar char=" "/>
            </a:pPr>
            <a:r>
              <a:rPr lang="en-AU" sz="1800" b="1"/>
              <a:t>Case 1</a:t>
            </a:r>
            <a:r>
              <a:rPr lang="en-AU" sz="1800"/>
              <a:t>: A new employees arrives</a:t>
            </a:r>
            <a:endParaRPr/>
          </a:p>
          <a:p>
            <a:pPr marL="457200" lvl="1" indent="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800"/>
              <a:buNone/>
            </a:pPr>
            <a:r>
              <a:rPr lang="en-AU"/>
              <a:t>Create trigger TotalSalary1 </a:t>
            </a:r>
            <a:endParaRPr/>
          </a:p>
          <a:p>
            <a:pPr marL="457200" lvl="1" indent="0" algn="l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800"/>
              <a:buNone/>
            </a:pPr>
            <a:r>
              <a:rPr lang="en-AU" b="1"/>
              <a:t>after</a:t>
            </a:r>
            <a:r>
              <a:rPr lang="en-AU"/>
              <a:t> </a:t>
            </a:r>
            <a:r>
              <a:rPr lang="en-AU" b="1"/>
              <a:t>insert</a:t>
            </a:r>
            <a:r>
              <a:rPr lang="en-AU"/>
              <a:t> on Employees </a:t>
            </a:r>
            <a:endParaRPr/>
          </a:p>
          <a:p>
            <a:pPr marL="457200" lvl="1" indent="0" algn="l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800"/>
              <a:buNone/>
            </a:pPr>
            <a:r>
              <a:rPr lang="en-AU"/>
              <a:t>for each row execute procedure </a:t>
            </a:r>
            <a:r>
              <a:rPr lang="en-AU" b="1"/>
              <a:t>totalSalary1(); </a:t>
            </a:r>
            <a:br>
              <a:rPr lang="en-AU"/>
            </a:br>
            <a:endParaRPr/>
          </a:p>
          <a:p>
            <a:pPr marL="457200" lvl="1" indent="0" algn="l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800"/>
              <a:buNone/>
            </a:pPr>
            <a:r>
              <a:rPr lang="en-AU"/>
              <a:t>Create function </a:t>
            </a:r>
            <a:r>
              <a:rPr lang="en-AU" b="1"/>
              <a:t>totalSalary1() </a:t>
            </a:r>
            <a:r>
              <a:rPr lang="en-AU"/>
              <a:t>returns trigger </a:t>
            </a:r>
            <a:endParaRPr/>
          </a:p>
          <a:p>
            <a:pPr marL="457200" lvl="1" indent="0" algn="l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800"/>
              <a:buNone/>
            </a:pPr>
            <a:r>
              <a:rPr lang="en-AU"/>
              <a:t>as $$ </a:t>
            </a:r>
            <a:endParaRPr/>
          </a:p>
          <a:p>
            <a:pPr marL="457200" lvl="1" indent="0" algn="l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800"/>
              <a:buNone/>
            </a:pPr>
            <a:r>
              <a:rPr lang="en-AU"/>
              <a:t>begin </a:t>
            </a:r>
            <a:endParaRPr/>
          </a:p>
          <a:p>
            <a:pPr marL="457200" lvl="1" indent="0" algn="l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800"/>
              <a:buNone/>
            </a:pPr>
            <a:r>
              <a:rPr lang="en-AU"/>
              <a:t>	if (new.dept is not null) then </a:t>
            </a:r>
            <a:endParaRPr/>
          </a:p>
          <a:p>
            <a:pPr marL="457200" lvl="1" indent="0" algn="l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800"/>
              <a:buNone/>
            </a:pPr>
            <a:r>
              <a:rPr lang="en-AU"/>
              <a:t>	   update Department </a:t>
            </a:r>
            <a:endParaRPr/>
          </a:p>
          <a:p>
            <a:pPr marL="457200" lvl="1" indent="0" algn="l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800"/>
              <a:buNone/>
            </a:pPr>
            <a:r>
              <a:rPr lang="en-AU"/>
              <a:t>           set totSal = totSal + new.salary where Department.id = new.dept; </a:t>
            </a:r>
            <a:endParaRPr/>
          </a:p>
          <a:p>
            <a:pPr marL="457200" lvl="1" indent="0" algn="l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800"/>
              <a:buNone/>
            </a:pPr>
            <a:r>
              <a:rPr lang="en-AU"/>
              <a:t>	end if; </a:t>
            </a:r>
            <a:endParaRPr/>
          </a:p>
          <a:p>
            <a:pPr marL="457200" lvl="1" indent="0" algn="l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800"/>
              <a:buNone/>
            </a:pPr>
            <a:r>
              <a:rPr lang="en-AU" b="1"/>
              <a:t>	return new; </a:t>
            </a:r>
            <a:endParaRPr/>
          </a:p>
          <a:p>
            <a:pPr marL="457200" lvl="1" indent="0" algn="l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800"/>
              <a:buNone/>
            </a:pPr>
            <a:r>
              <a:rPr lang="en-AU"/>
              <a:t>end; $$ language plpgsql;</a:t>
            </a:r>
            <a:endParaRPr/>
          </a:p>
        </p:txBody>
      </p:sp>
      <p:sp>
        <p:nvSpPr>
          <p:cNvPr id="728" name="Google Shape;728;p83"/>
          <p:cNvSpPr txBox="1">
            <a:spLocks noGrp="1"/>
          </p:cNvSpPr>
          <p:nvPr>
            <p:ph type="sldNum" idx="12"/>
          </p:nvPr>
        </p:nvSpPr>
        <p:spPr>
          <a:xfrm>
            <a:off x="7425344" y="6459786"/>
            <a:ext cx="9840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AU"/>
              <a:t>68</a:t>
            </a:fld>
            <a:endParaRPr/>
          </a:p>
        </p:txBody>
      </p:sp>
      <p:sp>
        <p:nvSpPr>
          <p:cNvPr id="729" name="Google Shape;729;p83"/>
          <p:cNvSpPr/>
          <p:nvPr/>
        </p:nvSpPr>
        <p:spPr>
          <a:xfrm>
            <a:off x="1030458" y="1524001"/>
            <a:ext cx="7378800" cy="1143000"/>
          </a:xfrm>
          <a:prstGeom prst="rect">
            <a:avLst/>
          </a:prstGeom>
          <a:noFill/>
          <a:ln w="9525" cap="flat" cmpd="sng">
            <a:solidFill>
              <a:schemeClr val="accen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accen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730" name="Google Shape;730;p83"/>
          <p:cNvSpPr/>
          <p:nvPr/>
        </p:nvSpPr>
        <p:spPr>
          <a:xfrm>
            <a:off x="1030458" y="2880359"/>
            <a:ext cx="7378800" cy="3291900"/>
          </a:xfrm>
          <a:prstGeom prst="rect">
            <a:avLst/>
          </a:prstGeom>
          <a:noFill/>
          <a:ln w="9525" cap="flat" cmpd="sng">
            <a:solidFill>
              <a:schemeClr val="accen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accen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6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5" name="Google Shape;735;p84"/>
          <p:cNvSpPr txBox="1">
            <a:spLocks noGrp="1"/>
          </p:cNvSpPr>
          <p:nvPr>
            <p:ph type="title"/>
          </p:nvPr>
        </p:nvSpPr>
        <p:spPr>
          <a:xfrm>
            <a:off x="822960" y="286605"/>
            <a:ext cx="7543800" cy="704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 fontScale="90000"/>
          </a:bodyPr>
          <a:lstStyle/>
          <a:p>
            <a:pPr marL="0" lvl="0" indent="0" algn="l" rtl="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rgbClr val="3F3F3F"/>
              </a:buClr>
              <a:buSzPct val="100000"/>
              <a:buFont typeface="Times New Roman"/>
              <a:buNone/>
            </a:pPr>
            <a:r>
              <a:rPr lang="en-AU"/>
              <a:t>Trigger Example</a:t>
            </a:r>
            <a:r>
              <a:rPr lang="en-AU" sz="1800"/>
              <a:t>(cont.)</a:t>
            </a:r>
            <a:endParaRPr/>
          </a:p>
        </p:txBody>
      </p:sp>
      <p:sp>
        <p:nvSpPr>
          <p:cNvPr id="736" name="Google Shape;736;p84"/>
          <p:cNvSpPr txBox="1">
            <a:spLocks noGrp="1"/>
          </p:cNvSpPr>
          <p:nvPr>
            <p:ph type="body" idx="1"/>
          </p:nvPr>
        </p:nvSpPr>
        <p:spPr>
          <a:xfrm>
            <a:off x="838200" y="1066800"/>
            <a:ext cx="8229600" cy="5029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0" bIns="45700" anchor="t" anchorCtr="0">
            <a:normAutofit/>
          </a:bodyPr>
          <a:lstStyle/>
          <a:p>
            <a:pPr marL="91440" lvl="0" indent="-11430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SzPts val="1800"/>
              <a:buChar char=" "/>
            </a:pPr>
            <a:r>
              <a:rPr lang="en-AU" sz="1800" b="1"/>
              <a:t>Case 2</a:t>
            </a:r>
            <a:r>
              <a:rPr lang="en-AU" sz="1800"/>
              <a:t>: An employees change departments/salaries </a:t>
            </a:r>
            <a:endParaRPr/>
          </a:p>
          <a:p>
            <a:pPr marL="457200" lvl="1" indent="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800"/>
              <a:buNone/>
            </a:pPr>
            <a:r>
              <a:rPr lang="en-AU"/>
              <a:t>Create trigger TotalSalary2 </a:t>
            </a:r>
            <a:endParaRPr/>
          </a:p>
          <a:p>
            <a:pPr marL="457200" lvl="1" indent="0" algn="l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800"/>
              <a:buNone/>
            </a:pPr>
            <a:r>
              <a:rPr lang="en-AU" b="1"/>
              <a:t>after</a:t>
            </a:r>
            <a:r>
              <a:rPr lang="en-AU"/>
              <a:t> </a:t>
            </a:r>
            <a:r>
              <a:rPr lang="en-AU" b="1"/>
              <a:t>update</a:t>
            </a:r>
            <a:r>
              <a:rPr lang="en-AU"/>
              <a:t> on Employee </a:t>
            </a:r>
            <a:endParaRPr/>
          </a:p>
          <a:p>
            <a:pPr marL="457200" lvl="1" indent="0" algn="l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800"/>
              <a:buNone/>
            </a:pPr>
            <a:r>
              <a:rPr lang="en-AU"/>
              <a:t>for each row execute procedure </a:t>
            </a:r>
            <a:r>
              <a:rPr lang="en-AU" b="1"/>
              <a:t>totalSalary2()</a:t>
            </a:r>
            <a:r>
              <a:rPr lang="en-AU"/>
              <a:t>;</a:t>
            </a:r>
            <a:br>
              <a:rPr lang="en-AU" b="1"/>
            </a:br>
            <a:endParaRPr/>
          </a:p>
          <a:p>
            <a:pPr marL="457200" lvl="1" indent="0" algn="l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800"/>
              <a:buNone/>
            </a:pPr>
            <a:r>
              <a:rPr lang="en-AU"/>
              <a:t>Create function </a:t>
            </a:r>
            <a:r>
              <a:rPr lang="en-AU" b="1"/>
              <a:t>totalSalary2() </a:t>
            </a:r>
            <a:r>
              <a:rPr lang="en-AU"/>
              <a:t>returns trigger</a:t>
            </a:r>
            <a:endParaRPr/>
          </a:p>
          <a:p>
            <a:pPr marL="457200" lvl="1" indent="0" algn="l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800"/>
              <a:buNone/>
            </a:pPr>
            <a:r>
              <a:rPr lang="en-AU"/>
              <a:t>as $$ </a:t>
            </a:r>
            <a:endParaRPr/>
          </a:p>
          <a:p>
            <a:pPr marL="457200" lvl="1" indent="0" algn="l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800"/>
              <a:buNone/>
            </a:pPr>
            <a:r>
              <a:rPr lang="en-AU"/>
              <a:t>begin </a:t>
            </a:r>
            <a:endParaRPr/>
          </a:p>
          <a:p>
            <a:pPr marL="457200" lvl="1" indent="0" algn="l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800"/>
              <a:buNone/>
            </a:pPr>
            <a:r>
              <a:rPr lang="en-AU"/>
              <a:t>	update Department </a:t>
            </a:r>
            <a:br>
              <a:rPr lang="en-AU"/>
            </a:br>
            <a:r>
              <a:rPr lang="en-AU"/>
              <a:t>	set totSal = totSal + new.salary where Department.id = new.dept; </a:t>
            </a:r>
            <a:endParaRPr/>
          </a:p>
          <a:p>
            <a:pPr marL="457200" lvl="1" indent="0" algn="l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800"/>
              <a:buNone/>
            </a:pPr>
            <a:r>
              <a:rPr lang="en-AU"/>
              <a:t>	update Department </a:t>
            </a:r>
            <a:br>
              <a:rPr lang="en-AU"/>
            </a:br>
            <a:r>
              <a:rPr lang="en-AU"/>
              <a:t>	set totSal = totSal - old.salary  where Department.id = old.dept; </a:t>
            </a:r>
            <a:endParaRPr/>
          </a:p>
          <a:p>
            <a:pPr marL="457200" lvl="1" indent="0" algn="l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800"/>
              <a:buNone/>
            </a:pPr>
            <a:r>
              <a:rPr lang="en-AU"/>
              <a:t>	</a:t>
            </a:r>
            <a:r>
              <a:rPr lang="en-AU" b="1"/>
              <a:t>return new; </a:t>
            </a:r>
            <a:endParaRPr/>
          </a:p>
          <a:p>
            <a:pPr marL="457200" lvl="1" indent="0" algn="l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800"/>
              <a:buNone/>
            </a:pPr>
            <a:r>
              <a:rPr lang="en-AU"/>
              <a:t>end; $$ language plpgsql;</a:t>
            </a:r>
            <a:endParaRPr/>
          </a:p>
        </p:txBody>
      </p:sp>
      <p:sp>
        <p:nvSpPr>
          <p:cNvPr id="737" name="Google Shape;737;p84"/>
          <p:cNvSpPr txBox="1">
            <a:spLocks noGrp="1"/>
          </p:cNvSpPr>
          <p:nvPr>
            <p:ph type="sldNum" idx="12"/>
          </p:nvPr>
        </p:nvSpPr>
        <p:spPr>
          <a:xfrm>
            <a:off x="7425344" y="6459786"/>
            <a:ext cx="9840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AU"/>
              <a:t>69</a:t>
            </a:fld>
            <a:endParaRPr/>
          </a:p>
        </p:txBody>
      </p:sp>
      <p:sp>
        <p:nvSpPr>
          <p:cNvPr id="738" name="Google Shape;738;p84"/>
          <p:cNvSpPr/>
          <p:nvPr/>
        </p:nvSpPr>
        <p:spPr>
          <a:xfrm>
            <a:off x="1030458" y="1524001"/>
            <a:ext cx="7378800" cy="1143000"/>
          </a:xfrm>
          <a:prstGeom prst="rect">
            <a:avLst/>
          </a:prstGeom>
          <a:noFill/>
          <a:ln w="9525" cap="flat" cmpd="sng">
            <a:solidFill>
              <a:schemeClr val="accen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accen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739" name="Google Shape;739;p84"/>
          <p:cNvSpPr/>
          <p:nvPr/>
        </p:nvSpPr>
        <p:spPr>
          <a:xfrm>
            <a:off x="1030458" y="2880359"/>
            <a:ext cx="7378800" cy="3291900"/>
          </a:xfrm>
          <a:prstGeom prst="rect">
            <a:avLst/>
          </a:prstGeom>
          <a:noFill/>
          <a:ln w="9525" cap="flat" cmpd="sng">
            <a:solidFill>
              <a:schemeClr val="accen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accen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7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5" name="Google Shape;745;p85"/>
          <p:cNvSpPr txBox="1">
            <a:spLocks noGrp="1"/>
          </p:cNvSpPr>
          <p:nvPr>
            <p:ph type="title"/>
          </p:nvPr>
        </p:nvSpPr>
        <p:spPr>
          <a:xfrm>
            <a:off x="822960" y="286605"/>
            <a:ext cx="7543800" cy="704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 fontScale="90000"/>
          </a:bodyPr>
          <a:lstStyle/>
          <a:p>
            <a:pPr marL="0" lvl="0" indent="0" algn="l" rtl="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rgbClr val="3F3F3F"/>
              </a:buClr>
              <a:buSzPct val="100000"/>
              <a:buFont typeface="Times New Roman"/>
              <a:buNone/>
            </a:pPr>
            <a:r>
              <a:rPr lang="en-AU"/>
              <a:t>Trigger Example</a:t>
            </a:r>
            <a:r>
              <a:rPr lang="en-AU" sz="1800"/>
              <a:t>(cont.)</a:t>
            </a:r>
            <a:endParaRPr/>
          </a:p>
        </p:txBody>
      </p:sp>
      <p:sp>
        <p:nvSpPr>
          <p:cNvPr id="746" name="Google Shape;746;p85"/>
          <p:cNvSpPr txBox="1">
            <a:spLocks noGrp="1"/>
          </p:cNvSpPr>
          <p:nvPr>
            <p:ph type="body" idx="1"/>
          </p:nvPr>
        </p:nvSpPr>
        <p:spPr>
          <a:xfrm>
            <a:off x="838200" y="1066800"/>
            <a:ext cx="8229600" cy="5029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0" bIns="45700" anchor="t" anchorCtr="0">
            <a:noAutofit/>
          </a:bodyPr>
          <a:lstStyle/>
          <a:p>
            <a:pPr marL="91440" lvl="0" indent="-11430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SzPts val="1800"/>
              <a:buChar char=" "/>
            </a:pPr>
            <a:r>
              <a:rPr lang="en-AU" sz="1800" b="1"/>
              <a:t>Case 3</a:t>
            </a:r>
            <a:r>
              <a:rPr lang="en-AU" sz="1800"/>
              <a:t>: An employees leaves</a:t>
            </a:r>
            <a:endParaRPr/>
          </a:p>
          <a:p>
            <a:pPr marL="457200" lvl="1" indent="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800"/>
              <a:buNone/>
            </a:pPr>
            <a:r>
              <a:rPr lang="en-AU"/>
              <a:t>Create trigger TotalSalary3 </a:t>
            </a:r>
            <a:endParaRPr/>
          </a:p>
          <a:p>
            <a:pPr marL="457200" lvl="1" indent="0" algn="l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800"/>
              <a:buNone/>
            </a:pPr>
            <a:r>
              <a:rPr lang="en-AU" b="1"/>
              <a:t>after</a:t>
            </a:r>
            <a:r>
              <a:rPr lang="en-AU"/>
              <a:t> </a:t>
            </a:r>
            <a:r>
              <a:rPr lang="en-AU" b="1"/>
              <a:t>delete</a:t>
            </a:r>
            <a:r>
              <a:rPr lang="en-AU"/>
              <a:t> on Employee </a:t>
            </a:r>
            <a:endParaRPr/>
          </a:p>
          <a:p>
            <a:pPr marL="457200" lvl="1" indent="0" algn="l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800"/>
              <a:buNone/>
            </a:pPr>
            <a:r>
              <a:rPr lang="en-AU"/>
              <a:t>for each row execute procedure </a:t>
            </a:r>
            <a:r>
              <a:rPr lang="en-AU" b="1"/>
              <a:t>totalSalary3()</a:t>
            </a:r>
            <a:r>
              <a:rPr lang="en-AU"/>
              <a:t>;</a:t>
            </a:r>
            <a:r>
              <a:rPr lang="en-AU" b="1"/>
              <a:t> </a:t>
            </a:r>
            <a:br>
              <a:rPr lang="en-AU" b="1"/>
            </a:br>
            <a:endParaRPr/>
          </a:p>
          <a:p>
            <a:pPr marL="457200" lvl="1" indent="0" algn="l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800"/>
              <a:buNone/>
            </a:pPr>
            <a:r>
              <a:rPr lang="en-AU"/>
              <a:t>Create function </a:t>
            </a:r>
            <a:r>
              <a:rPr lang="en-AU" b="1"/>
              <a:t>totalSalary3() </a:t>
            </a:r>
            <a:r>
              <a:rPr lang="en-AU"/>
              <a:t>returns trigger </a:t>
            </a:r>
            <a:endParaRPr/>
          </a:p>
          <a:p>
            <a:pPr marL="457200" lvl="1" indent="0" algn="l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800"/>
              <a:buNone/>
            </a:pPr>
            <a:r>
              <a:rPr lang="en-AU"/>
              <a:t>as $$ </a:t>
            </a:r>
            <a:endParaRPr/>
          </a:p>
          <a:p>
            <a:pPr marL="457200" lvl="1" indent="0" algn="l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800"/>
              <a:buNone/>
            </a:pPr>
            <a:r>
              <a:rPr lang="en-AU"/>
              <a:t>begin </a:t>
            </a:r>
            <a:endParaRPr/>
          </a:p>
          <a:p>
            <a:pPr marL="457200" lvl="1" indent="0" algn="l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800"/>
              <a:buNone/>
            </a:pPr>
            <a:r>
              <a:rPr lang="en-AU"/>
              <a:t>	if (old.deptartment is not null) then </a:t>
            </a:r>
            <a:endParaRPr/>
          </a:p>
          <a:p>
            <a:pPr marL="457200" lvl="1" indent="0" algn="l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800"/>
              <a:buNone/>
            </a:pPr>
            <a:r>
              <a:rPr lang="en-AU"/>
              <a:t>	   update Department </a:t>
            </a:r>
            <a:endParaRPr/>
          </a:p>
          <a:p>
            <a:pPr marL="457200" lvl="1" indent="0" algn="l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800"/>
              <a:buNone/>
            </a:pPr>
            <a:r>
              <a:rPr lang="en-AU"/>
              <a:t>	   set totSal = totSal - old.salary  where Department.id = old.deptartment; </a:t>
            </a:r>
            <a:endParaRPr/>
          </a:p>
          <a:p>
            <a:pPr marL="457200" lvl="1" indent="0" algn="l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800"/>
              <a:buNone/>
            </a:pPr>
            <a:r>
              <a:rPr lang="en-AU"/>
              <a:t>	end if; </a:t>
            </a:r>
            <a:endParaRPr/>
          </a:p>
          <a:p>
            <a:pPr marL="457200" lvl="1" indent="0" algn="l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800"/>
              <a:buNone/>
            </a:pPr>
            <a:r>
              <a:rPr lang="en-AU" b="1"/>
              <a:t>	return old; </a:t>
            </a:r>
            <a:endParaRPr/>
          </a:p>
          <a:p>
            <a:pPr marL="457200" lvl="1" indent="0" algn="l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800"/>
              <a:buNone/>
            </a:pPr>
            <a:r>
              <a:rPr lang="en-AU"/>
              <a:t>end; $$ language plpgsql;</a:t>
            </a:r>
            <a:endParaRPr/>
          </a:p>
        </p:txBody>
      </p:sp>
      <p:sp>
        <p:nvSpPr>
          <p:cNvPr id="747" name="Google Shape;747;p85"/>
          <p:cNvSpPr txBox="1">
            <a:spLocks noGrp="1"/>
          </p:cNvSpPr>
          <p:nvPr>
            <p:ph type="sldNum" idx="12"/>
          </p:nvPr>
        </p:nvSpPr>
        <p:spPr>
          <a:xfrm>
            <a:off x="7425344" y="6459786"/>
            <a:ext cx="9840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AU"/>
              <a:t>70</a:t>
            </a:fld>
            <a:endParaRPr/>
          </a:p>
        </p:txBody>
      </p:sp>
      <p:sp>
        <p:nvSpPr>
          <p:cNvPr id="748" name="Google Shape;748;p85"/>
          <p:cNvSpPr/>
          <p:nvPr/>
        </p:nvSpPr>
        <p:spPr>
          <a:xfrm>
            <a:off x="1030458" y="1524001"/>
            <a:ext cx="7378800" cy="1143000"/>
          </a:xfrm>
          <a:prstGeom prst="rect">
            <a:avLst/>
          </a:prstGeom>
          <a:noFill/>
          <a:ln w="9525" cap="flat" cmpd="sng">
            <a:solidFill>
              <a:schemeClr val="accen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accen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749" name="Google Shape;749;p85"/>
          <p:cNvSpPr/>
          <p:nvPr/>
        </p:nvSpPr>
        <p:spPr>
          <a:xfrm>
            <a:off x="1030458" y="2880359"/>
            <a:ext cx="7580100" cy="3291900"/>
          </a:xfrm>
          <a:prstGeom prst="rect">
            <a:avLst/>
          </a:prstGeom>
          <a:noFill/>
          <a:ln w="9525" cap="flat" cmpd="sng">
            <a:solidFill>
              <a:schemeClr val="accen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accen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7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5" name="Google Shape;755;p86"/>
          <p:cNvSpPr txBox="1">
            <a:spLocks noGrp="1"/>
          </p:cNvSpPr>
          <p:nvPr>
            <p:ph type="title"/>
          </p:nvPr>
        </p:nvSpPr>
        <p:spPr>
          <a:xfrm>
            <a:off x="822960" y="286605"/>
            <a:ext cx="7543800" cy="704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 fontScale="90000"/>
          </a:bodyPr>
          <a:lstStyle/>
          <a:p>
            <a:pPr marL="0" lvl="0" indent="0" algn="l" rtl="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rgbClr val="3F3F3F"/>
              </a:buClr>
              <a:buSzPct val="100000"/>
              <a:buFont typeface="Times New Roman"/>
              <a:buNone/>
            </a:pPr>
            <a:r>
              <a:rPr lang="en-AU"/>
              <a:t>Database Triggers(cont.)</a:t>
            </a:r>
            <a:endParaRPr/>
          </a:p>
        </p:txBody>
      </p:sp>
      <p:sp>
        <p:nvSpPr>
          <p:cNvPr id="756" name="Google Shape;756;p86"/>
          <p:cNvSpPr txBox="1">
            <a:spLocks noGrp="1"/>
          </p:cNvSpPr>
          <p:nvPr>
            <p:ph type="body" idx="1"/>
          </p:nvPr>
        </p:nvSpPr>
        <p:spPr>
          <a:xfrm>
            <a:off x="822959" y="1143000"/>
            <a:ext cx="7543800" cy="4726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0" bIns="45700" anchor="t" anchorCtr="0">
            <a:normAutofit/>
          </a:bodyPr>
          <a:lstStyle/>
          <a:p>
            <a:pPr marL="91440" lvl="0" indent="-12700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2000"/>
              <a:buChar char=" "/>
            </a:pPr>
            <a:r>
              <a:rPr lang="en-AU"/>
              <a:t>General database trigger usage scenarios: </a:t>
            </a:r>
            <a:endParaRPr/>
          </a:p>
          <a:p>
            <a:pPr marL="544068" lvl="1" indent="-342900" algn="l" rtl="0">
              <a:lnSpc>
                <a:spcPct val="150000"/>
              </a:lnSpc>
              <a:spcBef>
                <a:spcPts val="400"/>
              </a:spcBef>
              <a:spcAft>
                <a:spcPts val="0"/>
              </a:spcAft>
              <a:buSzPts val="2000"/>
              <a:buFont typeface="Times New Roman"/>
              <a:buAutoNum type="arabicPeriod"/>
            </a:pPr>
            <a:r>
              <a:rPr lang="en-AU" sz="2000"/>
              <a:t>To main a separate table for summary data </a:t>
            </a:r>
            <a:endParaRPr/>
          </a:p>
          <a:p>
            <a:pPr marL="544068" lvl="1" indent="-342900" algn="l" rtl="0">
              <a:lnSpc>
                <a:spcPct val="150000"/>
              </a:lnSpc>
              <a:spcBef>
                <a:spcPts val="600"/>
              </a:spcBef>
              <a:spcAft>
                <a:spcPts val="0"/>
              </a:spcAft>
              <a:buSzPts val="2000"/>
              <a:buFont typeface="Times New Roman"/>
              <a:buAutoNum type="arabicPeriod"/>
            </a:pPr>
            <a:r>
              <a:rPr lang="en-AU" sz="2000"/>
              <a:t>Checking schema-level </a:t>
            </a:r>
            <a:r>
              <a:rPr lang="en-AU" sz="2000" b="1"/>
              <a:t>constraints </a:t>
            </a:r>
            <a:r>
              <a:rPr lang="en-AU" sz="2000"/>
              <a:t>(assertions) on update </a:t>
            </a:r>
            <a:endParaRPr/>
          </a:p>
          <a:p>
            <a:pPr marL="544068" lvl="1" indent="-342900" algn="l" rtl="0">
              <a:lnSpc>
                <a:spcPct val="150000"/>
              </a:lnSpc>
              <a:spcBef>
                <a:spcPts val="600"/>
              </a:spcBef>
              <a:spcAft>
                <a:spcPts val="0"/>
              </a:spcAft>
              <a:buSzPts val="2000"/>
              <a:buFont typeface="Times New Roman"/>
              <a:buAutoNum type="arabicPeriod"/>
            </a:pPr>
            <a:r>
              <a:rPr lang="en-AU" sz="2000"/>
              <a:t>To perform updates across tables (to maintain assertions) </a:t>
            </a:r>
            <a:endParaRPr/>
          </a:p>
          <a:p>
            <a:pPr marL="91440" lvl="0" indent="0" algn="l" rtl="0">
              <a:lnSpc>
                <a:spcPct val="150000"/>
              </a:lnSpc>
              <a:spcBef>
                <a:spcPts val="1600"/>
              </a:spcBef>
              <a:spcAft>
                <a:spcPts val="0"/>
              </a:spcAft>
              <a:buSzPts val="2000"/>
              <a:buNone/>
            </a:pPr>
            <a:endParaRPr/>
          </a:p>
        </p:txBody>
      </p:sp>
      <p:sp>
        <p:nvSpPr>
          <p:cNvPr id="757" name="Google Shape;757;p86"/>
          <p:cNvSpPr txBox="1">
            <a:spLocks noGrp="1"/>
          </p:cNvSpPr>
          <p:nvPr>
            <p:ph type="sldNum" idx="12"/>
          </p:nvPr>
        </p:nvSpPr>
        <p:spPr>
          <a:xfrm>
            <a:off x="7425344" y="6459786"/>
            <a:ext cx="9840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AU"/>
              <a:t>71</a:t>
            </a:fld>
            <a:endParaRPr/>
          </a:p>
        </p:txBody>
      </p:sp>
    </p:spTree>
  </p:cSld>
  <p:clrMapOvr>
    <a:masterClrMapping/>
  </p:clrMapOvr>
</p:sld>
</file>

<file path=ppt/slides/slide7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3" name="Google Shape;763;p87"/>
          <p:cNvSpPr txBox="1">
            <a:spLocks noGrp="1"/>
          </p:cNvSpPr>
          <p:nvPr>
            <p:ph type="title"/>
          </p:nvPr>
        </p:nvSpPr>
        <p:spPr>
          <a:xfrm>
            <a:off x="822960" y="286605"/>
            <a:ext cx="7543800" cy="704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 fontScale="90000"/>
          </a:bodyPr>
          <a:lstStyle/>
          <a:p>
            <a:pPr marL="0" lvl="0" indent="0" algn="l" rtl="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rgbClr val="3F3F3F"/>
              </a:buClr>
              <a:buSzPct val="100000"/>
              <a:buFont typeface="Times New Roman"/>
              <a:buNone/>
            </a:pPr>
            <a:r>
              <a:rPr lang="en-AU"/>
              <a:t>Trigger events(cont.)</a:t>
            </a:r>
            <a:endParaRPr/>
          </a:p>
        </p:txBody>
      </p:sp>
      <p:sp>
        <p:nvSpPr>
          <p:cNvPr id="764" name="Google Shape;764;p87"/>
          <p:cNvSpPr txBox="1">
            <a:spLocks noGrp="1"/>
          </p:cNvSpPr>
          <p:nvPr>
            <p:ph type="body" idx="1"/>
          </p:nvPr>
        </p:nvSpPr>
        <p:spPr>
          <a:xfrm>
            <a:off x="822959" y="1143000"/>
            <a:ext cx="7543800" cy="4726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0" bIns="45700" anchor="t" anchorCtr="0">
            <a:normAutofit/>
          </a:bodyPr>
          <a:lstStyle/>
          <a:p>
            <a:pPr marL="91440" lvl="0" indent="-12700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2000"/>
              <a:buChar char=" "/>
            </a:pPr>
            <a:r>
              <a:rPr lang="en-AU"/>
              <a:t>Database triggers invoke automatically when the defined event occurs:</a:t>
            </a:r>
            <a:endParaRPr/>
          </a:p>
          <a:p>
            <a:pPr marL="91440" lvl="0" indent="-127000" algn="l" rtl="0">
              <a:lnSpc>
                <a:spcPct val="150000"/>
              </a:lnSpc>
              <a:spcBef>
                <a:spcPts val="1400"/>
              </a:spcBef>
              <a:spcAft>
                <a:spcPts val="0"/>
              </a:spcAft>
              <a:buSzPts val="2000"/>
              <a:buChar char=" "/>
            </a:pPr>
            <a:r>
              <a:rPr lang="en-AU"/>
              <a:t>We’ve seen the following in action in the Trigger Example slides</a:t>
            </a:r>
            <a:endParaRPr/>
          </a:p>
          <a:p>
            <a:pPr marL="384048" lvl="1" indent="-182880" algn="l" rtl="0">
              <a:lnSpc>
                <a:spcPct val="150000"/>
              </a:lnSpc>
              <a:spcBef>
                <a:spcPts val="400"/>
              </a:spcBef>
              <a:spcAft>
                <a:spcPts val="0"/>
              </a:spcAft>
              <a:buSzPts val="1800"/>
              <a:buFont typeface="Courier New"/>
              <a:buChar char="o"/>
            </a:pPr>
            <a:r>
              <a:rPr lang="en-AU"/>
              <a:t>After Delete?</a:t>
            </a:r>
            <a:endParaRPr/>
          </a:p>
          <a:p>
            <a:pPr marL="384048" lvl="1" indent="-182880" algn="l" rtl="0">
              <a:lnSpc>
                <a:spcPct val="150000"/>
              </a:lnSpc>
              <a:spcBef>
                <a:spcPts val="600"/>
              </a:spcBef>
              <a:spcAft>
                <a:spcPts val="0"/>
              </a:spcAft>
              <a:buSzPts val="1800"/>
              <a:buFont typeface="Courier New"/>
              <a:buChar char="o"/>
            </a:pPr>
            <a:r>
              <a:rPr lang="en-AU"/>
              <a:t>After Update?</a:t>
            </a:r>
            <a:endParaRPr/>
          </a:p>
          <a:p>
            <a:pPr marL="384048" lvl="1" indent="-182880" algn="l" rtl="0">
              <a:lnSpc>
                <a:spcPct val="150000"/>
              </a:lnSpc>
              <a:spcBef>
                <a:spcPts val="600"/>
              </a:spcBef>
              <a:spcAft>
                <a:spcPts val="0"/>
              </a:spcAft>
              <a:buSzPts val="1800"/>
              <a:buFont typeface="Courier New"/>
              <a:buChar char="o"/>
            </a:pPr>
            <a:r>
              <a:rPr lang="en-AU"/>
              <a:t>After Insert?  </a:t>
            </a:r>
            <a:endParaRPr/>
          </a:p>
          <a:p>
            <a:pPr marL="91440" lvl="0" indent="-127000" algn="l" rtl="0">
              <a:lnSpc>
                <a:spcPct val="150000"/>
              </a:lnSpc>
              <a:spcBef>
                <a:spcPts val="1600"/>
              </a:spcBef>
              <a:spcAft>
                <a:spcPts val="0"/>
              </a:spcAft>
              <a:buSzPts val="2000"/>
              <a:buChar char=" "/>
            </a:pPr>
            <a:r>
              <a:rPr lang="en-AU"/>
              <a:t>Think about situations where this is useful?</a:t>
            </a:r>
            <a:endParaRPr/>
          </a:p>
          <a:p>
            <a:pPr marL="384048" lvl="1" indent="-182880" algn="l" rtl="0">
              <a:lnSpc>
                <a:spcPct val="150000"/>
              </a:lnSpc>
              <a:spcBef>
                <a:spcPts val="400"/>
              </a:spcBef>
              <a:spcAft>
                <a:spcPts val="0"/>
              </a:spcAft>
              <a:buSzPts val="1800"/>
              <a:buFont typeface="Courier New"/>
              <a:buChar char="o"/>
            </a:pPr>
            <a:r>
              <a:rPr lang="en-AU"/>
              <a:t>Before Delete?</a:t>
            </a:r>
            <a:endParaRPr/>
          </a:p>
          <a:p>
            <a:pPr marL="384048" lvl="1" indent="-182880" algn="l" rtl="0">
              <a:lnSpc>
                <a:spcPct val="150000"/>
              </a:lnSpc>
              <a:spcBef>
                <a:spcPts val="600"/>
              </a:spcBef>
              <a:spcAft>
                <a:spcPts val="0"/>
              </a:spcAft>
              <a:buSzPts val="1800"/>
              <a:buFont typeface="Courier New"/>
              <a:buChar char="o"/>
            </a:pPr>
            <a:r>
              <a:rPr lang="en-AU"/>
              <a:t>Before Update?</a:t>
            </a:r>
            <a:endParaRPr/>
          </a:p>
          <a:p>
            <a:pPr marL="384048" lvl="1" indent="-182880" algn="l" rtl="0">
              <a:lnSpc>
                <a:spcPct val="150000"/>
              </a:lnSpc>
              <a:spcBef>
                <a:spcPts val="600"/>
              </a:spcBef>
              <a:spcAft>
                <a:spcPts val="0"/>
              </a:spcAft>
              <a:buSzPts val="1800"/>
              <a:buFont typeface="Courier New"/>
              <a:buChar char="o"/>
            </a:pPr>
            <a:r>
              <a:rPr lang="en-AU"/>
              <a:t>Before Insert? </a:t>
            </a:r>
            <a:endParaRPr/>
          </a:p>
        </p:txBody>
      </p:sp>
      <p:sp>
        <p:nvSpPr>
          <p:cNvPr id="765" name="Google Shape;765;p87"/>
          <p:cNvSpPr txBox="1">
            <a:spLocks noGrp="1"/>
          </p:cNvSpPr>
          <p:nvPr>
            <p:ph type="sldNum" idx="12"/>
          </p:nvPr>
        </p:nvSpPr>
        <p:spPr>
          <a:xfrm>
            <a:off x="7425344" y="6459786"/>
            <a:ext cx="9840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AU"/>
              <a:t>72</a:t>
            </a:fld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回顾">
  <a:themeElements>
    <a:clrScheme name="红橙色">
      <a:dk1>
        <a:srgbClr val="000000"/>
      </a:dk1>
      <a:lt1>
        <a:srgbClr val="FFFFFF"/>
      </a:lt1>
      <a:dk2>
        <a:srgbClr val="505046"/>
      </a:dk2>
      <a:lt2>
        <a:srgbClr val="EEECE1"/>
      </a:lt2>
      <a:accent1>
        <a:srgbClr val="E84C22"/>
      </a:accent1>
      <a:accent2>
        <a:srgbClr val="FFBD47"/>
      </a:accent2>
      <a:accent3>
        <a:srgbClr val="B64926"/>
      </a:accent3>
      <a:accent4>
        <a:srgbClr val="FF8427"/>
      </a:accent4>
      <a:accent5>
        <a:srgbClr val="CC9900"/>
      </a:accent5>
      <a:accent6>
        <a:srgbClr val="B22600"/>
      </a:accent6>
      <a:hlink>
        <a:srgbClr val="CC9900"/>
      </a:hlink>
      <a:folHlink>
        <a:srgbClr val="666699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102</TotalTime>
  <Words>5113</Words>
  <Application>Microsoft Office PowerPoint</Application>
  <PresentationFormat>全屏显示(4:3)</PresentationFormat>
  <Paragraphs>882</Paragraphs>
  <Slides>72</Slides>
  <Notes>72</Notes>
  <HiddenSlides>0</HiddenSlides>
  <MMClips>0</MMClips>
  <ScaleCrop>false</ScaleCrop>
  <HeadingPairs>
    <vt:vector size="6" baseType="variant">
      <vt:variant>
        <vt:lpstr>已用的字体</vt:lpstr>
      </vt:variant>
      <vt:variant>
        <vt:i4>5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72</vt:i4>
      </vt:variant>
    </vt:vector>
  </HeadingPairs>
  <TitlesOfParts>
    <vt:vector size="78" baseType="lpstr">
      <vt:lpstr>Arial</vt:lpstr>
      <vt:lpstr>Calibri</vt:lpstr>
      <vt:lpstr>Courier New</vt:lpstr>
      <vt:lpstr>Open Sans</vt:lpstr>
      <vt:lpstr>Times New Roman</vt:lpstr>
      <vt:lpstr>回顾</vt:lpstr>
      <vt:lpstr>PLpgSQL</vt:lpstr>
      <vt:lpstr>SQL</vt:lpstr>
      <vt:lpstr>Can SQL do this?</vt:lpstr>
      <vt:lpstr>What can SQL do?(cont.)</vt:lpstr>
      <vt:lpstr>What can SQL do?(cont.)</vt:lpstr>
      <vt:lpstr>What can SQL do?(cont.)</vt:lpstr>
      <vt:lpstr>The Limitation of SQL</vt:lpstr>
      <vt:lpstr>SQL as a Programming Language</vt:lpstr>
      <vt:lpstr>Extending SQL by PostgreSQL</vt:lpstr>
      <vt:lpstr>Database Programming</vt:lpstr>
      <vt:lpstr>Database Programming</vt:lpstr>
      <vt:lpstr>A Stored Procedure Approach</vt:lpstr>
      <vt:lpstr>SQL/PSM</vt:lpstr>
      <vt:lpstr>Parameters</vt:lpstr>
      <vt:lpstr>SQL/PSM</vt:lpstr>
      <vt:lpstr>Status of PSM in Modern DB</vt:lpstr>
      <vt:lpstr>PostgreSQL</vt:lpstr>
      <vt:lpstr>User-defined Data Types</vt:lpstr>
      <vt:lpstr>User-defined Data Types(cont.)</vt:lpstr>
      <vt:lpstr>User-defined Data Types(cont.)</vt:lpstr>
      <vt:lpstr>User-defined Data Types(cont.)</vt:lpstr>
      <vt:lpstr>PostgreSQL: SQL Functions</vt:lpstr>
      <vt:lpstr>PostgreSQL: SQL Functions(cont.)</vt:lpstr>
      <vt:lpstr>PostgreSQL: SQL Functions(cont.)</vt:lpstr>
      <vt:lpstr>PostgreSQL: SQL Functions(cont.)</vt:lpstr>
      <vt:lpstr>PostgreSQL: SQL Functions(cont.)</vt:lpstr>
      <vt:lpstr>PostgreSQL: SQL Functions(cont.)</vt:lpstr>
      <vt:lpstr>PL/pgSQL (PostgreSQL Manual: Chapter 40)</vt:lpstr>
      <vt:lpstr>PL/pgSQL Function</vt:lpstr>
      <vt:lpstr>PL/pgSQL Function Parameters</vt:lpstr>
      <vt:lpstr>PL/pgSQL Function Parameters(cont.)</vt:lpstr>
      <vt:lpstr>PL/pgSQL Function Parameters(cont.)</vt:lpstr>
      <vt:lpstr>PL/pgSQL Function Parameters(cont.)</vt:lpstr>
      <vt:lpstr>PL/pgSQL Function Parameters(cont.)</vt:lpstr>
      <vt:lpstr>Function Return Types</vt:lpstr>
      <vt:lpstr>Function Return Types(cont)</vt:lpstr>
      <vt:lpstr>Function Return Types(cont)</vt:lpstr>
      <vt:lpstr>Using PL/pgSQL Functions</vt:lpstr>
      <vt:lpstr>Declaring Data Types</vt:lpstr>
      <vt:lpstr>Declaring Data Types</vt:lpstr>
      <vt:lpstr>Declaring Data Types</vt:lpstr>
      <vt:lpstr>Control Structures in Pl/pgsql</vt:lpstr>
      <vt:lpstr>Control Structures(cont.)</vt:lpstr>
      <vt:lpstr>Control Structures(cont.)</vt:lpstr>
      <vt:lpstr>PL/pgSQL(cont)</vt:lpstr>
      <vt:lpstr>PL/pgSQL </vt:lpstr>
      <vt:lpstr>PL/pgSQL Function</vt:lpstr>
      <vt:lpstr>SELECT ... INTO</vt:lpstr>
      <vt:lpstr>SELECT ... INTO(cont.)</vt:lpstr>
      <vt:lpstr>Exceptions</vt:lpstr>
      <vt:lpstr>Exceptions(cont.)</vt:lpstr>
      <vt:lpstr>Exceptions(cont.)</vt:lpstr>
      <vt:lpstr>Cursors</vt:lpstr>
      <vt:lpstr>Cursors </vt:lpstr>
      <vt:lpstr>Cursors(cont.)</vt:lpstr>
      <vt:lpstr>Opening and Closing Cursors</vt:lpstr>
      <vt:lpstr>Fetching Cursors </vt:lpstr>
      <vt:lpstr>Cursors(cont.)</vt:lpstr>
      <vt:lpstr>Database Triggers(cont.)</vt:lpstr>
      <vt:lpstr>Database Triggers in PostgreSQL</vt:lpstr>
      <vt:lpstr>Trigger Procedures(cont.)</vt:lpstr>
      <vt:lpstr>Types of Triggers</vt:lpstr>
      <vt:lpstr>Trigger Procedures(cont.)</vt:lpstr>
      <vt:lpstr>Trigger Example</vt:lpstr>
      <vt:lpstr>Trigger Example(cont.)</vt:lpstr>
      <vt:lpstr>Trigger Example(cont.)</vt:lpstr>
      <vt:lpstr>Trigger Example(cont.)</vt:lpstr>
      <vt:lpstr>Trigger Example(cont.)</vt:lpstr>
      <vt:lpstr>Trigger Example(cont.)</vt:lpstr>
      <vt:lpstr>Trigger Example(cont.)</vt:lpstr>
      <vt:lpstr>Database Triggers(cont.)</vt:lpstr>
      <vt:lpstr>Trigger events(cont.)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PLpgSQL</dc:title>
  <cp:lastModifiedBy>Dell</cp:lastModifiedBy>
  <cp:revision>2</cp:revision>
  <dcterms:modified xsi:type="dcterms:W3CDTF">2024-10-28T16:30:28Z</dcterms:modified>
</cp:coreProperties>
</file>