
<file path=[Content_Types].xml><?xml version="1.0" encoding="utf-8"?>
<Types xmlns="http://schemas.openxmlformats.org/package/2006/content-types">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5"/>
  </p:notesMasterIdLst>
  <p:sldIdLst>
    <p:sldId id="256" r:id="rId3"/>
    <p:sldId id="259" r:id="rId4"/>
    <p:sldId id="260" r:id="rId6"/>
    <p:sldId id="261" r:id="rId7"/>
    <p:sldId id="332" r:id="rId8"/>
    <p:sldId id="322" r:id="rId9"/>
    <p:sldId id="334" r:id="rId10"/>
    <p:sldId id="335" r:id="rId11"/>
    <p:sldId id="336" r:id="rId12"/>
    <p:sldId id="337" r:id="rId13"/>
    <p:sldId id="262" r:id="rId14"/>
    <p:sldId id="304" r:id="rId15"/>
    <p:sldId id="269" r:id="rId16"/>
    <p:sldId id="308" r:id="rId17"/>
    <p:sldId id="271" r:id="rId18"/>
    <p:sldId id="272" r:id="rId19"/>
    <p:sldId id="309" r:id="rId20"/>
    <p:sldId id="273" r:id="rId21"/>
    <p:sldId id="286" r:id="rId22"/>
    <p:sldId id="302" r:id="rId23"/>
    <p:sldId id="275" r:id="rId24"/>
    <p:sldId id="276" r:id="rId25"/>
    <p:sldId id="277" r:id="rId26"/>
    <p:sldId id="278" r:id="rId27"/>
    <p:sldId id="317" r:id="rId28"/>
    <p:sldId id="318" r:id="rId29"/>
    <p:sldId id="279" r:id="rId30"/>
    <p:sldId id="280" r:id="rId31"/>
    <p:sldId id="281" r:id="rId32"/>
    <p:sldId id="282" r:id="rId33"/>
    <p:sldId id="338" r:id="rId34"/>
    <p:sldId id="289" r:id="rId35"/>
    <p:sldId id="283" r:id="rId36"/>
    <p:sldId id="288" r:id="rId37"/>
    <p:sldId id="340" r:id="rId38"/>
    <p:sldId id="292" r:id="rId39"/>
    <p:sldId id="293" r:id="rId40"/>
    <p:sldId id="303" r:id="rId41"/>
    <p:sldId id="294" r:id="rId42"/>
    <p:sldId id="295" r:id="rId43"/>
    <p:sldId id="296" r:id="rId44"/>
    <p:sldId id="298" r:id="rId45"/>
    <p:sldId id="299" r:id="rId46"/>
    <p:sldId id="300" r:id="rId47"/>
  </p:sldIdLst>
  <p:sldSz cx="9144000" cy="6858000" type="screen4x3"/>
  <p:notesSz cx="6858000" cy="9144000"/>
  <p:embeddedFontLst/>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Arial" panose="020B0604020202090204"/>
        <a:ea typeface="Arial" panose="020B0604020202090204"/>
        <a:cs typeface="Arial" panose="020B0604020202090204"/>
        <a:sym typeface="Arial" panose="020B0604020202090204"/>
      </a:defRPr>
    </a:lvl1pPr>
    <a:lvl2pPr marL="0" marR="0" indent="457200" algn="l" defTabSz="914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Arial" panose="020B0604020202090204"/>
        <a:ea typeface="Arial" panose="020B0604020202090204"/>
        <a:cs typeface="Arial" panose="020B0604020202090204"/>
        <a:sym typeface="Arial" panose="020B0604020202090204"/>
      </a:defRPr>
    </a:lvl2pPr>
    <a:lvl3pPr marL="0" marR="0" indent="914400" algn="l" defTabSz="914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Arial" panose="020B0604020202090204"/>
        <a:ea typeface="Arial" panose="020B0604020202090204"/>
        <a:cs typeface="Arial" panose="020B0604020202090204"/>
        <a:sym typeface="Arial" panose="020B0604020202090204"/>
      </a:defRPr>
    </a:lvl3pPr>
    <a:lvl4pPr marL="0" marR="0" indent="1371600" algn="l" defTabSz="914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Arial" panose="020B0604020202090204"/>
        <a:ea typeface="Arial" panose="020B0604020202090204"/>
        <a:cs typeface="Arial" panose="020B0604020202090204"/>
        <a:sym typeface="Arial" panose="020B0604020202090204"/>
      </a:defRPr>
    </a:lvl4pPr>
    <a:lvl5pPr marL="0" marR="0" indent="1828800" algn="l" defTabSz="914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Arial" panose="020B0604020202090204"/>
        <a:ea typeface="Arial" panose="020B0604020202090204"/>
        <a:cs typeface="Arial" panose="020B0604020202090204"/>
        <a:sym typeface="Arial" panose="020B0604020202090204"/>
      </a:defRPr>
    </a:lvl5pPr>
    <a:lvl6pPr marL="0" marR="0" indent="0" algn="l" defTabSz="914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Arial" panose="020B0604020202090204"/>
        <a:ea typeface="Arial" panose="020B0604020202090204"/>
        <a:cs typeface="Arial" panose="020B0604020202090204"/>
        <a:sym typeface="Arial" panose="020B0604020202090204"/>
      </a:defRPr>
    </a:lvl6pPr>
    <a:lvl7pPr marL="0" marR="0" indent="0" algn="l" defTabSz="914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Arial" panose="020B0604020202090204"/>
        <a:ea typeface="Arial" panose="020B0604020202090204"/>
        <a:cs typeface="Arial" panose="020B0604020202090204"/>
        <a:sym typeface="Arial" panose="020B0604020202090204"/>
      </a:defRPr>
    </a:lvl7pPr>
    <a:lvl8pPr marL="0" marR="0" indent="0" algn="l" defTabSz="914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Arial" panose="020B0604020202090204"/>
        <a:ea typeface="Arial" panose="020B0604020202090204"/>
        <a:cs typeface="Arial" panose="020B0604020202090204"/>
        <a:sym typeface="Arial" panose="020B0604020202090204"/>
      </a:defRPr>
    </a:lvl8pPr>
    <a:lvl9pPr marL="0" marR="0" indent="0" algn="l" defTabSz="914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Arial" panose="020B0604020202090204"/>
        <a:ea typeface="Arial" panose="020B0604020202090204"/>
        <a:cs typeface="Arial" panose="020B0604020202090204"/>
        <a:sym typeface="Arial" panose="020B060402020209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3"/>
    <p:restoredTop sz="94127"/>
  </p:normalViewPr>
  <p:slideViewPr>
    <p:cSldViewPr snapToGrid="0" snapToObjects="1">
      <p:cViewPr>
        <p:scale>
          <a:sx n="123" d="100"/>
          <a:sy n="123" d="100"/>
        </p:scale>
        <p:origin x="536" y="-3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0" Type="http://schemas.openxmlformats.org/officeDocument/2006/relationships/tableStyles" Target="tableStyles.xml"/><Relationship Id="rId5" Type="http://schemas.openxmlformats.org/officeDocument/2006/relationships/notesMaster" Target="notesMasters/notesMaster1.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7" name="Shape 87"/>
          <p:cNvSpPr>
            <a:spLocks noGrp="1" noRot="1" noChangeAspect="1"/>
          </p:cNvSpPr>
          <p:nvPr>
            <p:ph type="sldImg"/>
          </p:nvPr>
        </p:nvSpPr>
        <p:spPr>
          <a:xfrm>
            <a:off x="1143000" y="685800"/>
            <a:ext cx="4572000" cy="3429000"/>
          </a:xfrm>
          <a:prstGeom prst="rect">
            <a:avLst/>
          </a:prstGeom>
        </p:spPr>
        <p:txBody>
          <a:bodyPr/>
          <a:lstStyle/>
          <a:p/>
        </p:txBody>
      </p:sp>
      <p:sp>
        <p:nvSpPr>
          <p:cNvPr id="88" name="Shape 88"/>
          <p:cNvSpPr>
            <a:spLocks noGrp="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defTabSz="457200" latinLnBrk="0">
      <a:lnSpc>
        <a:spcPct val="118000"/>
      </a:lnSpc>
      <a:defRPr sz="2200">
        <a:latin typeface="+mn-lt"/>
        <a:ea typeface="+mn-ea"/>
        <a:cs typeface="+mn-cs"/>
        <a:sym typeface="Helvetica Neue" panose="02000503000000020004"/>
      </a:defRPr>
    </a:lvl1pPr>
    <a:lvl2pPr indent="228600" defTabSz="457200" latinLnBrk="0">
      <a:lnSpc>
        <a:spcPct val="118000"/>
      </a:lnSpc>
      <a:defRPr sz="2200">
        <a:latin typeface="+mn-lt"/>
        <a:ea typeface="+mn-ea"/>
        <a:cs typeface="+mn-cs"/>
        <a:sym typeface="Helvetica Neue" panose="02000503000000020004"/>
      </a:defRPr>
    </a:lvl2pPr>
    <a:lvl3pPr indent="457200" defTabSz="457200" latinLnBrk="0">
      <a:lnSpc>
        <a:spcPct val="118000"/>
      </a:lnSpc>
      <a:defRPr sz="2200">
        <a:latin typeface="+mn-lt"/>
        <a:ea typeface="+mn-ea"/>
        <a:cs typeface="+mn-cs"/>
        <a:sym typeface="Helvetica Neue" panose="02000503000000020004"/>
      </a:defRPr>
    </a:lvl3pPr>
    <a:lvl4pPr indent="685800" defTabSz="457200" latinLnBrk="0">
      <a:lnSpc>
        <a:spcPct val="118000"/>
      </a:lnSpc>
      <a:defRPr sz="2200">
        <a:latin typeface="+mn-lt"/>
        <a:ea typeface="+mn-ea"/>
        <a:cs typeface="+mn-cs"/>
        <a:sym typeface="Helvetica Neue" panose="02000503000000020004"/>
      </a:defRPr>
    </a:lvl4pPr>
    <a:lvl5pPr indent="914400" defTabSz="457200" latinLnBrk="0">
      <a:lnSpc>
        <a:spcPct val="118000"/>
      </a:lnSpc>
      <a:defRPr sz="2200">
        <a:latin typeface="+mn-lt"/>
        <a:ea typeface="+mn-ea"/>
        <a:cs typeface="+mn-cs"/>
        <a:sym typeface="Helvetica Neue" panose="02000503000000020004"/>
      </a:defRPr>
    </a:lvl5pPr>
    <a:lvl6pPr indent="1143000" defTabSz="457200" latinLnBrk="0">
      <a:lnSpc>
        <a:spcPct val="118000"/>
      </a:lnSpc>
      <a:defRPr sz="2200">
        <a:latin typeface="+mn-lt"/>
        <a:ea typeface="+mn-ea"/>
        <a:cs typeface="+mn-cs"/>
        <a:sym typeface="Helvetica Neue" panose="02000503000000020004"/>
      </a:defRPr>
    </a:lvl6pPr>
    <a:lvl7pPr indent="1371600" defTabSz="457200" latinLnBrk="0">
      <a:lnSpc>
        <a:spcPct val="118000"/>
      </a:lnSpc>
      <a:defRPr sz="2200">
        <a:latin typeface="+mn-lt"/>
        <a:ea typeface="+mn-ea"/>
        <a:cs typeface="+mn-cs"/>
        <a:sym typeface="Helvetica Neue" panose="02000503000000020004"/>
      </a:defRPr>
    </a:lvl7pPr>
    <a:lvl8pPr indent="1600200" defTabSz="457200" latinLnBrk="0">
      <a:lnSpc>
        <a:spcPct val="118000"/>
      </a:lnSpc>
      <a:defRPr sz="2200">
        <a:latin typeface="+mn-lt"/>
        <a:ea typeface="+mn-ea"/>
        <a:cs typeface="+mn-cs"/>
        <a:sym typeface="Helvetica Neue" panose="02000503000000020004"/>
      </a:defRPr>
    </a:lvl8pPr>
    <a:lvl9pPr indent="1828800" defTabSz="457200" latinLnBrk="0">
      <a:lnSpc>
        <a:spcPct val="118000"/>
      </a:lnSpc>
      <a:defRPr sz="2200">
        <a:latin typeface="+mn-lt"/>
        <a:ea typeface="+mn-ea"/>
        <a:cs typeface="+mn-cs"/>
        <a:sym typeface="Helvetica Neue" panose="020005030000000200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Shape 104"/>
          <p:cNvSpPr>
            <a:spLocks noGrp="1" noRot="1" noChangeAspect="1"/>
          </p:cNvSpPr>
          <p:nvPr>
            <p:ph type="sldImg"/>
          </p:nvPr>
        </p:nvSpPr>
        <p:spPr>
          <a:prstGeom prst="rect">
            <a:avLst/>
          </a:prstGeom>
        </p:spPr>
        <p:txBody>
          <a:bodyPr/>
          <a:lstStyle/>
          <a:p/>
        </p:txBody>
      </p:sp>
      <p:sp>
        <p:nvSpPr>
          <p:cNvPr id="105" name="Shape 105"/>
          <p:cNvSpPr>
            <a:spLocks noGrp="1"/>
          </p:cNvSpPr>
          <p:nvPr>
            <p:ph type="body" sz="quarter" idx="1"/>
          </p:nvPr>
        </p:nvSpPr>
        <p:spPr>
          <a:prstGeom prst="rect">
            <a:avLst/>
          </a:prstGeom>
        </p:spPr>
        <p:txBody>
          <a:bodyPr/>
          <a:lstStyle/>
          <a:p>
            <a:pPr defTabSz="914400">
              <a:lnSpc>
                <a:spcPct val="100000"/>
              </a:lnSpc>
              <a:spcBef>
                <a:spcPts val="400"/>
              </a:spcBef>
              <a:defRPr sz="1200">
                <a:latin typeface="Arial" panose="020B0604020202090204"/>
                <a:ea typeface="Arial" panose="020B0604020202090204"/>
                <a:cs typeface="Arial" panose="020B0604020202090204"/>
                <a:sym typeface="Arial" panose="020B0604020202090204"/>
              </a:defRPr>
            </a:pPr>
            <a:r>
              <a:t>Creating AWS account: http://www.youtube.com/watch?v=WviHsoz8yHk</a:t>
            </a:r>
          </a:p>
          <a:p>
            <a:pPr defTabSz="914400">
              <a:lnSpc>
                <a:spcPct val="100000"/>
              </a:lnSpc>
              <a:spcBef>
                <a:spcPts val="400"/>
              </a:spcBef>
              <a:defRPr sz="1200">
                <a:latin typeface="Arial" panose="020B0604020202090204"/>
                <a:ea typeface="Arial" panose="020B0604020202090204"/>
                <a:cs typeface="Arial" panose="020B0604020202090204"/>
                <a:sym typeface="Arial" panose="020B0604020202090204"/>
              </a:defRPr>
            </a:pPr>
            <a:r>
              <a:t>Getting started with Amazon EC2-launch a windows instance: http://www.youtube.com/watch?v=OLfmqcYnhUM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prstGeom prst="rect">
            <a:avLst/>
          </a:prstGeom>
        </p:spPr>
        <p:txBody>
          <a:bodyPr/>
          <a:lstStyle/>
          <a:p/>
        </p:txBody>
      </p:sp>
      <p:sp>
        <p:nvSpPr>
          <p:cNvPr id="171" name="Shape 171"/>
          <p:cNvSpPr>
            <a:spLocks noGrp="1"/>
          </p:cNvSpPr>
          <p:nvPr>
            <p:ph type="body" sz="quarter" idx="1"/>
          </p:nvPr>
        </p:nvSpPr>
        <p:spPr>
          <a:prstGeom prst="rect">
            <a:avLst/>
          </a:prstGeom>
        </p:spPr>
        <p:txBody>
          <a:bodyPr/>
          <a:lstStyle/>
          <a:p>
            <a:r>
              <a:t>SSH requires key pair.</a:t>
            </a:r>
          </a:p>
          <a:p>
            <a:r>
              <a:t>A brief introduction of public-key cryptography.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Shape 241"/>
          <p:cNvSpPr>
            <a:spLocks noGrp="1" noRot="1" noChangeAspect="1"/>
          </p:cNvSpPr>
          <p:nvPr>
            <p:ph type="sldImg"/>
          </p:nvPr>
        </p:nvSpPr>
        <p:spPr>
          <a:prstGeom prst="rect">
            <a:avLst/>
          </a:prstGeom>
        </p:spPr>
        <p:txBody>
          <a:bodyPr/>
          <a:lstStyle/>
          <a:p/>
        </p:txBody>
      </p:sp>
      <p:sp>
        <p:nvSpPr>
          <p:cNvPr id="242" name="Shape 242"/>
          <p:cNvSpPr>
            <a:spLocks noGrp="1"/>
          </p:cNvSpPr>
          <p:nvPr>
            <p:ph type="body" sz="quarter" idx="1"/>
          </p:nvPr>
        </p:nvSpPr>
        <p:spPr>
          <a:prstGeom prst="rect">
            <a:avLst/>
          </a:prstGeom>
        </p:spPr>
        <p:txBody>
          <a:bodyPr/>
          <a:lstStyle/>
          <a:p>
            <a:r>
              <a:t>What are security groups used for?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8" name="幻灯片编号"/>
          <p:cNvSpPr txBox="1">
            <a:spLocks noGrp="1"/>
          </p:cNvSpPr>
          <p:nvPr>
            <p:ph type="sldNum" sz="quarter" idx="2"/>
          </p:nvPr>
        </p:nvSpPr>
        <p:spPr>
          <a:prstGeom prst="rect">
            <a:avLst/>
          </a:prstGeom>
        </p:spPr>
        <p:txBody>
          <a:bodyPr/>
          <a:lstStyle>
            <a:lvl1pPr>
              <a:defRPr>
                <a:uFill>
                  <a:solidFill>
                    <a:srgbClr val="000000"/>
                  </a:solidFill>
                </a:uFill>
              </a:defRPr>
            </a:lvl1pPr>
          </a:lstStyle>
          <a:p>
            <a:fld id="{86CB4B4D-7CA3-9044-876B-883B54F8677D}" type="slidenum">
              <a:rPr/>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Subtitle">
    <p:spTree>
      <p:nvGrpSpPr>
        <p:cNvPr id="1" name=""/>
        <p:cNvGrpSpPr/>
        <p:nvPr/>
      </p:nvGrpSpPr>
      <p:grpSpPr>
        <a:xfrm>
          <a:off x="0" y="0"/>
          <a:ext cx="0" cy="0"/>
          <a:chOff x="0" y="0"/>
          <a:chExt cx="0" cy="0"/>
        </a:xfrm>
      </p:grpSpPr>
      <p:sp>
        <p:nvSpPr>
          <p:cNvPr id="25" name="线条"/>
          <p:cNvSpPr/>
          <p:nvPr/>
        </p:nvSpPr>
        <p:spPr>
          <a:xfrm>
            <a:off x="455414" y="3339703"/>
            <a:ext cx="8233187" cy="128"/>
          </a:xfrm>
          <a:prstGeom prst="line">
            <a:avLst/>
          </a:prstGeom>
          <a:ln w="3175">
            <a:solidFill>
              <a:srgbClr val="9A9A9A"/>
            </a:solidFill>
            <a:miter lim="400000"/>
          </a:ln>
        </p:spPr>
        <p:txBody>
          <a:bodyPr lIns="35718" tIns="35718" rIns="35718" bIns="35718" anchor="ctr"/>
          <a:lstStyle/>
          <a:p>
            <a:pPr defTabSz="321310">
              <a:defRPr sz="800">
                <a:latin typeface="+mj-lt"/>
                <a:ea typeface="+mj-ea"/>
                <a:cs typeface="+mj-cs"/>
                <a:sym typeface="Helvetica"/>
              </a:defRPr>
            </a:pPr>
          </a:p>
        </p:txBody>
      </p:sp>
      <p:sp>
        <p:nvSpPr>
          <p:cNvPr id="26" name="标题文本"/>
          <p:cNvSpPr txBox="1">
            <a:spLocks noGrp="1"/>
          </p:cNvSpPr>
          <p:nvPr>
            <p:ph type="title" hasCustomPrompt="1"/>
          </p:nvPr>
        </p:nvSpPr>
        <p:spPr>
          <a:xfrm>
            <a:off x="401835" y="544710"/>
            <a:ext cx="8340330" cy="2232423"/>
          </a:xfrm>
          <a:prstGeom prst="rect">
            <a:avLst/>
          </a:prstGeom>
        </p:spPr>
        <p:txBody>
          <a:bodyPr lIns="35718" tIns="35718" rIns="35718" bIns="35718" anchor="t"/>
          <a:lstStyle>
            <a:lvl1pPr algn="l" defTabSz="410845">
              <a:defRPr sz="5000">
                <a:latin typeface="Helvetica Neue Light" panose="02000503000000020004"/>
                <a:ea typeface="Helvetica Neue Light" panose="02000503000000020004"/>
                <a:cs typeface="Helvetica Neue Light" panose="02000503000000020004"/>
                <a:sym typeface="Helvetica Neue Light" panose="02000503000000020004"/>
              </a:defRPr>
            </a:lvl1pPr>
          </a:lstStyle>
          <a:p>
            <a:r>
              <a:t>标题文本</a:t>
            </a:r>
          </a:p>
        </p:txBody>
      </p:sp>
      <p:sp>
        <p:nvSpPr>
          <p:cNvPr id="27" name="正文级别 1…"/>
          <p:cNvSpPr txBox="1">
            <a:spLocks noGrp="1"/>
          </p:cNvSpPr>
          <p:nvPr>
            <p:ph type="body" sz="half" idx="1" hasCustomPrompt="1"/>
          </p:nvPr>
        </p:nvSpPr>
        <p:spPr>
          <a:xfrm>
            <a:off x="401835" y="3705727"/>
            <a:ext cx="8340330" cy="2557232"/>
          </a:xfrm>
          <a:prstGeom prst="rect">
            <a:avLst/>
          </a:prstGeom>
        </p:spPr>
        <p:txBody>
          <a:bodyPr lIns="35718" tIns="35718" rIns="35718" bIns="35718"/>
          <a:lstStyle>
            <a:lvl1pPr marL="0" indent="0" defTabSz="410845">
              <a:spcBef>
                <a:spcPts val="0"/>
              </a:spcBef>
              <a:buSzTx/>
              <a:buNone/>
              <a:defRPr sz="2800">
                <a:latin typeface="Helvetica Neue Light" panose="02000503000000020004"/>
                <a:ea typeface="Helvetica Neue Light" panose="02000503000000020004"/>
                <a:cs typeface="Helvetica Neue Light" panose="02000503000000020004"/>
                <a:sym typeface="Helvetica Neue Light" panose="02000503000000020004"/>
              </a:defRPr>
            </a:lvl1pPr>
            <a:lvl2pPr marL="0" indent="0" defTabSz="410845">
              <a:spcBef>
                <a:spcPts val="0"/>
              </a:spcBef>
              <a:buSzTx/>
              <a:buNone/>
              <a:defRPr sz="2800">
                <a:latin typeface="Helvetica Neue Light" panose="02000503000000020004"/>
                <a:ea typeface="Helvetica Neue Light" panose="02000503000000020004"/>
                <a:cs typeface="Helvetica Neue Light" panose="02000503000000020004"/>
                <a:sym typeface="Helvetica Neue Light" panose="02000503000000020004"/>
              </a:defRPr>
            </a:lvl2pPr>
            <a:lvl3pPr marL="0" indent="0" defTabSz="410845">
              <a:spcBef>
                <a:spcPts val="0"/>
              </a:spcBef>
              <a:buSzTx/>
              <a:buNone/>
              <a:defRPr sz="2800">
                <a:latin typeface="Helvetica Neue Light" panose="02000503000000020004"/>
                <a:ea typeface="Helvetica Neue Light" panose="02000503000000020004"/>
                <a:cs typeface="Helvetica Neue Light" panose="02000503000000020004"/>
                <a:sym typeface="Helvetica Neue Light" panose="02000503000000020004"/>
              </a:defRPr>
            </a:lvl3pPr>
            <a:lvl4pPr marL="0" indent="0" defTabSz="410845">
              <a:spcBef>
                <a:spcPts val="0"/>
              </a:spcBef>
              <a:buSzTx/>
              <a:buNone/>
              <a:defRPr sz="2800">
                <a:latin typeface="Helvetica Neue Light" panose="02000503000000020004"/>
                <a:ea typeface="Helvetica Neue Light" panose="02000503000000020004"/>
                <a:cs typeface="Helvetica Neue Light" panose="02000503000000020004"/>
                <a:sym typeface="Helvetica Neue Light" panose="02000503000000020004"/>
              </a:defRPr>
            </a:lvl4pPr>
            <a:lvl5pPr marL="0" indent="0" defTabSz="410845">
              <a:spcBef>
                <a:spcPts val="0"/>
              </a:spcBef>
              <a:buSzTx/>
              <a:buNone/>
              <a:defRPr sz="2800">
                <a:latin typeface="Helvetica Neue Light" panose="02000503000000020004"/>
                <a:ea typeface="Helvetica Neue Light" panose="02000503000000020004"/>
                <a:cs typeface="Helvetica Neue Light" panose="02000503000000020004"/>
                <a:sym typeface="Helvetica Neue Light" panose="02000503000000020004"/>
              </a:defRPr>
            </a:lvl5pPr>
          </a:lstStyle>
          <a:p>
            <a:r>
              <a:t>正文级别 1</a:t>
            </a:r>
          </a:p>
          <a:p>
            <a:pPr lvl="1"/>
            <a:r>
              <a:t>正文级别 2</a:t>
            </a:r>
          </a:p>
          <a:p>
            <a:pPr lvl="2"/>
            <a:r>
              <a:t>正文级别 3</a:t>
            </a:r>
          </a:p>
          <a:p>
            <a:pPr lvl="3"/>
            <a:r>
              <a:t>正文级别 4</a:t>
            </a:r>
          </a:p>
          <a:p>
            <a:pPr lvl="4"/>
            <a:r>
              <a:t>正文级别 5</a:t>
            </a:r>
          </a:p>
        </p:txBody>
      </p:sp>
      <p:pic>
        <p:nvPicPr>
          <p:cNvPr id="28" name="logo-wide-b.png" descr="logo-wide-b.png"/>
          <p:cNvPicPr>
            <a:picLocks noChangeAspect="1"/>
          </p:cNvPicPr>
          <p:nvPr/>
        </p:nvPicPr>
        <p:blipFill>
          <a:blip r:embed="rId2"/>
          <a:stretch>
            <a:fillRect/>
          </a:stretch>
        </p:blipFill>
        <p:spPr>
          <a:xfrm>
            <a:off x="3621816" y="5415223"/>
            <a:ext cx="5279781" cy="1272428"/>
          </a:xfrm>
          <a:prstGeom prst="rect">
            <a:avLst/>
          </a:prstGeom>
          <a:ln w="3175">
            <a:miter lim="400000"/>
            <a:headEnd/>
            <a:tailEnd/>
          </a:ln>
        </p:spPr>
      </p:pic>
      <p:sp>
        <p:nvSpPr>
          <p:cNvPr id="29" name="幻灯片编号"/>
          <p:cNvSpPr txBox="1">
            <a:spLocks noGrp="1"/>
          </p:cNvSpPr>
          <p:nvPr>
            <p:ph type="sldNum" sz="quarter" idx="2"/>
          </p:nvPr>
        </p:nvSpPr>
        <p:spPr>
          <a:xfrm>
            <a:off x="8626078" y="6465093"/>
            <a:ext cx="211240" cy="207938"/>
          </a:xfrm>
          <a:prstGeom prst="rect">
            <a:avLst/>
          </a:prstGeom>
        </p:spPr>
        <p:txBody>
          <a:bodyPr wrap="none" lIns="35718" tIns="35718" rIns="35718" bIns="35718"/>
          <a:lstStyle>
            <a:lvl1pPr algn="l" defTabSz="410845">
              <a:defRPr sz="900">
                <a:latin typeface="+mn-lt"/>
                <a:ea typeface="+mn-ea"/>
                <a:cs typeface="+mn-cs"/>
                <a:sym typeface="Helvetica Neue" panose="02000503000000020004"/>
              </a:defRPr>
            </a:lvl1pPr>
          </a:lstStyle>
          <a:p>
            <a:fld id="{86CB4B4D-7CA3-9044-876B-883B54F8677D}" type="slidenum">
              <a:rPr/>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36" name="线条"/>
          <p:cNvSpPr/>
          <p:nvPr/>
        </p:nvSpPr>
        <p:spPr>
          <a:xfrm>
            <a:off x="455414" y="1384101"/>
            <a:ext cx="8233172" cy="128"/>
          </a:xfrm>
          <a:prstGeom prst="line">
            <a:avLst/>
          </a:prstGeom>
          <a:ln w="3175">
            <a:solidFill>
              <a:srgbClr val="9A9A9A"/>
            </a:solidFill>
            <a:miter lim="400000"/>
          </a:ln>
        </p:spPr>
        <p:txBody>
          <a:bodyPr lIns="35718" tIns="35718" rIns="35718" bIns="35718" anchor="ctr"/>
          <a:lstStyle/>
          <a:p>
            <a:pPr defTabSz="321310">
              <a:defRPr sz="800">
                <a:latin typeface="+mj-lt"/>
                <a:ea typeface="+mj-ea"/>
                <a:cs typeface="+mj-cs"/>
                <a:sym typeface="Helvetica"/>
              </a:defRPr>
            </a:pPr>
          </a:p>
        </p:txBody>
      </p:sp>
      <p:sp>
        <p:nvSpPr>
          <p:cNvPr id="37" name="标题文本"/>
          <p:cNvSpPr txBox="1">
            <a:spLocks noGrp="1"/>
          </p:cNvSpPr>
          <p:nvPr>
            <p:ph type="title" hasCustomPrompt="1"/>
          </p:nvPr>
        </p:nvSpPr>
        <p:spPr>
          <a:xfrm>
            <a:off x="401835" y="232171"/>
            <a:ext cx="8340330" cy="982267"/>
          </a:xfrm>
          <a:prstGeom prst="rect">
            <a:avLst/>
          </a:prstGeom>
        </p:spPr>
        <p:txBody>
          <a:bodyPr lIns="35718" tIns="35718" rIns="35718" bIns="35718" anchor="b"/>
          <a:lstStyle>
            <a:lvl1pPr algn="l" defTabSz="410845">
              <a:defRPr sz="5000">
                <a:latin typeface="Helvetica Neue Light" panose="02000503000000020004"/>
                <a:ea typeface="Helvetica Neue Light" panose="02000503000000020004"/>
                <a:cs typeface="Helvetica Neue Light" panose="02000503000000020004"/>
                <a:sym typeface="Helvetica Neue Light" panose="02000503000000020004"/>
              </a:defRPr>
            </a:lvl1pPr>
          </a:lstStyle>
          <a:p>
            <a:r>
              <a:t>标题文本</a:t>
            </a:r>
          </a:p>
        </p:txBody>
      </p:sp>
      <p:sp>
        <p:nvSpPr>
          <p:cNvPr id="38" name="正文级别 1…"/>
          <p:cNvSpPr txBox="1">
            <a:spLocks noGrp="1"/>
          </p:cNvSpPr>
          <p:nvPr>
            <p:ph type="body" idx="1" hasCustomPrompt="1"/>
          </p:nvPr>
        </p:nvSpPr>
        <p:spPr>
          <a:xfrm>
            <a:off x="401835" y="1634132"/>
            <a:ext cx="8340330" cy="4589861"/>
          </a:xfrm>
          <a:prstGeom prst="rect">
            <a:avLst/>
          </a:prstGeom>
        </p:spPr>
        <p:txBody>
          <a:bodyPr lIns="35718" tIns="35718" rIns="35718" bIns="35718"/>
          <a:lstStyle>
            <a:lvl1pPr marL="271145" indent="-271145" defTabSz="410845">
              <a:spcBef>
                <a:spcPts val="1900"/>
              </a:spcBef>
              <a:buFont typeface="Lucida Grande" panose="020B0600040502020204"/>
              <a:buChar char="‣"/>
              <a:defRPr sz="2400">
                <a:latin typeface="Helvetica Neue Light" panose="02000503000000020004"/>
                <a:ea typeface="Helvetica Neue Light" panose="02000503000000020004"/>
                <a:cs typeface="Helvetica Neue Light" panose="02000503000000020004"/>
                <a:sym typeface="Helvetica Neue Light" panose="02000503000000020004"/>
              </a:defRPr>
            </a:lvl1pPr>
            <a:lvl2pPr marL="723900" indent="-279400" defTabSz="410845">
              <a:spcBef>
                <a:spcPts val="1900"/>
              </a:spcBef>
              <a:buFont typeface="Lucida Grande" panose="020B0600040502020204"/>
              <a:buChar char="‣"/>
              <a:defRPr sz="2200">
                <a:latin typeface="Helvetica Neue Light" panose="02000503000000020004"/>
                <a:ea typeface="Helvetica Neue Light" panose="02000503000000020004"/>
                <a:cs typeface="Helvetica Neue Light" panose="02000503000000020004"/>
                <a:sym typeface="Helvetica Neue Light" panose="02000503000000020004"/>
              </a:defRPr>
            </a:lvl2pPr>
            <a:lvl3pPr marL="1168400" indent="-279400" defTabSz="410845">
              <a:spcBef>
                <a:spcPts val="1900"/>
              </a:spcBef>
              <a:buFont typeface="Lucida Grande" panose="020B0600040502020204"/>
              <a:buChar char="‣"/>
              <a:defRPr sz="2200">
                <a:latin typeface="Helvetica Neue Light" panose="02000503000000020004"/>
                <a:ea typeface="Helvetica Neue Light" panose="02000503000000020004"/>
                <a:cs typeface="Helvetica Neue Light" panose="02000503000000020004"/>
                <a:sym typeface="Helvetica Neue Light" panose="02000503000000020004"/>
              </a:defRPr>
            </a:lvl3pPr>
            <a:lvl4pPr marL="1612900" indent="-279400" defTabSz="410845">
              <a:spcBef>
                <a:spcPts val="1900"/>
              </a:spcBef>
              <a:buFont typeface="Lucida Grande" panose="020B0600040502020204"/>
              <a:buChar char="‣"/>
              <a:defRPr sz="2200">
                <a:latin typeface="Helvetica Neue Light" panose="02000503000000020004"/>
                <a:ea typeface="Helvetica Neue Light" panose="02000503000000020004"/>
                <a:cs typeface="Helvetica Neue Light" panose="02000503000000020004"/>
                <a:sym typeface="Helvetica Neue Light" panose="02000503000000020004"/>
              </a:defRPr>
            </a:lvl4pPr>
            <a:lvl5pPr marL="2057400" indent="-279400" defTabSz="410845">
              <a:spcBef>
                <a:spcPts val="1900"/>
              </a:spcBef>
              <a:buFont typeface="Lucida Grande" panose="020B0600040502020204"/>
              <a:buChar char="‣"/>
              <a:defRPr sz="2200">
                <a:latin typeface="Helvetica Neue Light" panose="02000503000000020004"/>
                <a:ea typeface="Helvetica Neue Light" panose="02000503000000020004"/>
                <a:cs typeface="Helvetica Neue Light" panose="02000503000000020004"/>
                <a:sym typeface="Helvetica Neue Light" panose="02000503000000020004"/>
              </a:defRPr>
            </a:lvl5pPr>
          </a:lstStyle>
          <a:p>
            <a:r>
              <a:t>正文级别 1</a:t>
            </a:r>
          </a:p>
          <a:p>
            <a:pPr lvl="1"/>
            <a:r>
              <a:t>正文级别 2</a:t>
            </a:r>
          </a:p>
          <a:p>
            <a:pPr lvl="2"/>
            <a:r>
              <a:t>正文级别 3</a:t>
            </a:r>
          </a:p>
          <a:p>
            <a:pPr lvl="3"/>
            <a:r>
              <a:t>正文级别 4</a:t>
            </a:r>
          </a:p>
          <a:p>
            <a:pPr lvl="4"/>
            <a:r>
              <a:t>正文级别 5</a:t>
            </a:r>
          </a:p>
        </p:txBody>
      </p:sp>
      <p:sp>
        <p:nvSpPr>
          <p:cNvPr id="39" name="幻灯片编号"/>
          <p:cNvSpPr txBox="1">
            <a:spLocks noGrp="1"/>
          </p:cNvSpPr>
          <p:nvPr>
            <p:ph type="sldNum" sz="quarter" idx="2"/>
          </p:nvPr>
        </p:nvSpPr>
        <p:spPr>
          <a:xfrm>
            <a:off x="8634223" y="6465093"/>
            <a:ext cx="211240" cy="207938"/>
          </a:xfrm>
          <a:prstGeom prst="rect">
            <a:avLst/>
          </a:prstGeom>
        </p:spPr>
        <p:txBody>
          <a:bodyPr wrap="none" lIns="35718" tIns="35718" rIns="35718" bIns="35718"/>
          <a:lstStyle>
            <a:lvl1pPr defTabSz="410845">
              <a:defRPr sz="900">
                <a:latin typeface="+mn-lt"/>
                <a:ea typeface="+mn-ea"/>
                <a:cs typeface="+mn-cs"/>
                <a:sym typeface="Helvetica Neue" panose="02000503000000020004"/>
              </a:defRPr>
            </a:lvl1pPr>
          </a:lstStyle>
          <a:p>
            <a:fld id="{86CB4B4D-7CA3-9044-876B-883B54F8677D}" type="slidenum">
              <a:rPr/>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6" name="线条"/>
          <p:cNvSpPr/>
          <p:nvPr/>
        </p:nvSpPr>
        <p:spPr>
          <a:xfrm>
            <a:off x="455414" y="1384101"/>
            <a:ext cx="8233172" cy="128"/>
          </a:xfrm>
          <a:prstGeom prst="line">
            <a:avLst/>
          </a:prstGeom>
          <a:ln w="3175">
            <a:solidFill>
              <a:srgbClr val="9A9A9A"/>
            </a:solidFill>
            <a:miter lim="400000"/>
          </a:ln>
        </p:spPr>
        <p:txBody>
          <a:bodyPr lIns="35718" tIns="35718" rIns="35718" bIns="35718" anchor="ctr"/>
          <a:lstStyle/>
          <a:p>
            <a:pPr defTabSz="321310">
              <a:defRPr sz="800">
                <a:latin typeface="+mj-lt"/>
                <a:ea typeface="+mj-ea"/>
                <a:cs typeface="+mj-cs"/>
                <a:sym typeface="Helvetica"/>
              </a:defRPr>
            </a:pPr>
          </a:p>
        </p:txBody>
      </p:sp>
      <p:sp>
        <p:nvSpPr>
          <p:cNvPr id="47" name="标题文本"/>
          <p:cNvSpPr txBox="1">
            <a:spLocks noGrp="1"/>
          </p:cNvSpPr>
          <p:nvPr>
            <p:ph type="title" hasCustomPrompt="1"/>
          </p:nvPr>
        </p:nvSpPr>
        <p:spPr>
          <a:xfrm>
            <a:off x="401835" y="232171"/>
            <a:ext cx="8340330" cy="982267"/>
          </a:xfrm>
          <a:prstGeom prst="rect">
            <a:avLst/>
          </a:prstGeom>
        </p:spPr>
        <p:txBody>
          <a:bodyPr lIns="35718" tIns="35718" rIns="35718" bIns="35718" anchor="b">
            <a:normAutofit/>
          </a:bodyPr>
          <a:lstStyle>
            <a:lvl1pPr algn="l" defTabSz="410845">
              <a:defRPr sz="5000">
                <a:latin typeface="Helvetica Neue Light" panose="02000503000000020004"/>
                <a:ea typeface="Helvetica Neue Light" panose="02000503000000020004"/>
                <a:cs typeface="Helvetica Neue Light" panose="02000503000000020004"/>
                <a:sym typeface="Helvetica Neue Light" panose="02000503000000020004"/>
              </a:defRPr>
            </a:lvl1pPr>
          </a:lstStyle>
          <a:p>
            <a:r>
              <a:t>标题文本</a:t>
            </a:r>
          </a:p>
        </p:txBody>
      </p:sp>
      <p:sp>
        <p:nvSpPr>
          <p:cNvPr id="48" name="幻灯片编号"/>
          <p:cNvSpPr txBox="1">
            <a:spLocks noGrp="1"/>
          </p:cNvSpPr>
          <p:nvPr>
            <p:ph type="sldNum" sz="quarter" idx="2"/>
          </p:nvPr>
        </p:nvSpPr>
        <p:spPr>
          <a:xfrm>
            <a:off x="8634223" y="6465093"/>
            <a:ext cx="211240" cy="207938"/>
          </a:xfrm>
          <a:prstGeom prst="rect">
            <a:avLst/>
          </a:prstGeom>
        </p:spPr>
        <p:txBody>
          <a:bodyPr wrap="none" lIns="35718" tIns="35718" rIns="35718" bIns="35718">
            <a:normAutofit/>
          </a:bodyPr>
          <a:lstStyle>
            <a:lvl1pPr defTabSz="410845">
              <a:defRPr sz="900">
                <a:latin typeface="+mn-lt"/>
                <a:ea typeface="+mn-ea"/>
                <a:cs typeface="+mn-cs"/>
                <a:sym typeface="Helvetica Neue" panose="02000503000000020004"/>
              </a:defRPr>
            </a:lvl1pPr>
          </a:lstStyle>
          <a:p>
            <a:fld id="{86CB4B4D-7CA3-9044-876B-883B54F8677D}" type="slidenum">
              <a:rPr/>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5" name="线条"/>
          <p:cNvSpPr/>
          <p:nvPr/>
        </p:nvSpPr>
        <p:spPr>
          <a:xfrm>
            <a:off x="455414" y="1384101"/>
            <a:ext cx="8233172" cy="128"/>
          </a:xfrm>
          <a:prstGeom prst="line">
            <a:avLst/>
          </a:prstGeom>
          <a:ln w="3175">
            <a:solidFill>
              <a:srgbClr val="9A9A9A"/>
            </a:solidFill>
            <a:miter lim="400000"/>
          </a:ln>
        </p:spPr>
        <p:txBody>
          <a:bodyPr lIns="35718" tIns="35718" rIns="35718" bIns="35718" anchor="ctr"/>
          <a:lstStyle/>
          <a:p>
            <a:pPr defTabSz="321310">
              <a:defRPr sz="800">
                <a:latin typeface="+mj-lt"/>
                <a:ea typeface="+mj-ea"/>
                <a:cs typeface="+mj-cs"/>
                <a:sym typeface="Helvetica"/>
              </a:defRPr>
            </a:pPr>
          </a:p>
        </p:txBody>
      </p:sp>
      <p:sp>
        <p:nvSpPr>
          <p:cNvPr id="56" name="标题文本"/>
          <p:cNvSpPr txBox="1">
            <a:spLocks noGrp="1"/>
          </p:cNvSpPr>
          <p:nvPr>
            <p:ph type="title" hasCustomPrompt="1"/>
          </p:nvPr>
        </p:nvSpPr>
        <p:spPr>
          <a:xfrm>
            <a:off x="401835" y="232171"/>
            <a:ext cx="8340330" cy="982267"/>
          </a:xfrm>
          <a:prstGeom prst="rect">
            <a:avLst/>
          </a:prstGeom>
        </p:spPr>
        <p:txBody>
          <a:bodyPr lIns="35718" tIns="35718" rIns="35718" bIns="35718" anchor="b">
            <a:normAutofit/>
          </a:bodyPr>
          <a:lstStyle>
            <a:lvl1pPr algn="l" defTabSz="410845">
              <a:defRPr sz="5000">
                <a:latin typeface="Helvetica Neue Light" panose="02000503000000020004"/>
                <a:ea typeface="Helvetica Neue Light" panose="02000503000000020004"/>
                <a:cs typeface="Helvetica Neue Light" panose="02000503000000020004"/>
                <a:sym typeface="Helvetica Neue Light" panose="02000503000000020004"/>
              </a:defRPr>
            </a:lvl1pPr>
          </a:lstStyle>
          <a:p>
            <a:r>
              <a:t>标题文本</a:t>
            </a:r>
          </a:p>
        </p:txBody>
      </p:sp>
      <p:sp>
        <p:nvSpPr>
          <p:cNvPr id="57" name="正文级别 1…"/>
          <p:cNvSpPr txBox="1">
            <a:spLocks noGrp="1"/>
          </p:cNvSpPr>
          <p:nvPr>
            <p:ph type="body" idx="1" hasCustomPrompt="1"/>
          </p:nvPr>
        </p:nvSpPr>
        <p:spPr>
          <a:xfrm>
            <a:off x="401835" y="1634132"/>
            <a:ext cx="8340330" cy="4616650"/>
          </a:xfrm>
          <a:prstGeom prst="rect">
            <a:avLst/>
          </a:prstGeom>
        </p:spPr>
        <p:txBody>
          <a:bodyPr lIns="35718" tIns="35718" rIns="35718" bIns="35718">
            <a:normAutofit/>
          </a:bodyPr>
          <a:lstStyle>
            <a:lvl1pPr marL="271145" indent="-271145" defTabSz="410845">
              <a:spcBef>
                <a:spcPts val="3300"/>
              </a:spcBef>
              <a:buFont typeface="Lucida Grande" panose="020B0600040502020204"/>
              <a:buChar char="‣"/>
              <a:defRPr sz="2400">
                <a:latin typeface="Helvetica Neue Light" panose="02000503000000020004"/>
                <a:ea typeface="Helvetica Neue Light" panose="02000503000000020004"/>
                <a:cs typeface="Helvetica Neue Light" panose="02000503000000020004"/>
                <a:sym typeface="Helvetica Neue Light" panose="02000503000000020004"/>
              </a:defRPr>
            </a:lvl1pPr>
            <a:lvl2pPr marL="715645" indent="-271145" defTabSz="410845">
              <a:spcBef>
                <a:spcPts val="3300"/>
              </a:spcBef>
              <a:buFont typeface="Lucida Grande" panose="020B0600040502020204"/>
              <a:buChar char="‣"/>
              <a:defRPr sz="2400">
                <a:latin typeface="Helvetica Neue Light" panose="02000503000000020004"/>
                <a:ea typeface="Helvetica Neue Light" panose="02000503000000020004"/>
                <a:cs typeface="Helvetica Neue Light" panose="02000503000000020004"/>
                <a:sym typeface="Helvetica Neue Light" panose="02000503000000020004"/>
              </a:defRPr>
            </a:lvl2pPr>
            <a:lvl3pPr marL="1160145" indent="-271145" defTabSz="410845">
              <a:spcBef>
                <a:spcPts val="3300"/>
              </a:spcBef>
              <a:buFont typeface="Lucida Grande" panose="020B0600040502020204"/>
              <a:buChar char="‣"/>
              <a:defRPr sz="2400">
                <a:latin typeface="Helvetica Neue Light" panose="02000503000000020004"/>
                <a:ea typeface="Helvetica Neue Light" panose="02000503000000020004"/>
                <a:cs typeface="Helvetica Neue Light" panose="02000503000000020004"/>
                <a:sym typeface="Helvetica Neue Light" panose="02000503000000020004"/>
              </a:defRPr>
            </a:lvl3pPr>
            <a:lvl4pPr marL="1604645" indent="-271145" defTabSz="410845">
              <a:spcBef>
                <a:spcPts val="3300"/>
              </a:spcBef>
              <a:buFont typeface="Lucida Grande" panose="020B0600040502020204"/>
              <a:buChar char="‣"/>
              <a:defRPr sz="2400">
                <a:latin typeface="Helvetica Neue Light" panose="02000503000000020004"/>
                <a:ea typeface="Helvetica Neue Light" panose="02000503000000020004"/>
                <a:cs typeface="Helvetica Neue Light" panose="02000503000000020004"/>
                <a:sym typeface="Helvetica Neue Light" panose="02000503000000020004"/>
              </a:defRPr>
            </a:lvl4pPr>
            <a:lvl5pPr marL="2049145" indent="-271145" defTabSz="410845">
              <a:spcBef>
                <a:spcPts val="3300"/>
              </a:spcBef>
              <a:buFont typeface="Lucida Grande" panose="020B0600040502020204"/>
              <a:buChar char="‣"/>
              <a:defRPr sz="2400">
                <a:latin typeface="Helvetica Neue Light" panose="02000503000000020004"/>
                <a:ea typeface="Helvetica Neue Light" panose="02000503000000020004"/>
                <a:cs typeface="Helvetica Neue Light" panose="02000503000000020004"/>
                <a:sym typeface="Helvetica Neue Light" panose="02000503000000020004"/>
              </a:defRPr>
            </a:lvl5pPr>
          </a:lstStyle>
          <a:p>
            <a:r>
              <a:t>正文级别 1</a:t>
            </a:r>
          </a:p>
          <a:p>
            <a:pPr lvl="1"/>
            <a:r>
              <a:t>正文级别 2</a:t>
            </a:r>
          </a:p>
          <a:p>
            <a:pPr lvl="2"/>
            <a:r>
              <a:t>正文级别 3</a:t>
            </a:r>
          </a:p>
          <a:p>
            <a:pPr lvl="3"/>
            <a:r>
              <a:t>正文级别 4</a:t>
            </a:r>
          </a:p>
          <a:p>
            <a:pPr lvl="4"/>
            <a:r>
              <a:t>正文级别 5</a:t>
            </a:r>
          </a:p>
        </p:txBody>
      </p:sp>
      <p:sp>
        <p:nvSpPr>
          <p:cNvPr id="58" name="幻灯片编号"/>
          <p:cNvSpPr txBox="1">
            <a:spLocks noGrp="1"/>
          </p:cNvSpPr>
          <p:nvPr>
            <p:ph type="sldNum" sz="quarter" idx="2"/>
          </p:nvPr>
        </p:nvSpPr>
        <p:spPr>
          <a:xfrm>
            <a:off x="8634223" y="6465093"/>
            <a:ext cx="211240" cy="207938"/>
          </a:xfrm>
          <a:prstGeom prst="rect">
            <a:avLst/>
          </a:prstGeom>
        </p:spPr>
        <p:txBody>
          <a:bodyPr wrap="none" lIns="35718" tIns="35718" rIns="35718" bIns="35718">
            <a:normAutofit/>
          </a:bodyPr>
          <a:lstStyle>
            <a:lvl1pPr defTabSz="410845">
              <a:defRPr sz="900">
                <a:latin typeface="+mn-lt"/>
                <a:ea typeface="+mn-ea"/>
                <a:cs typeface="+mn-cs"/>
                <a:sym typeface="Helvetica Neue" panose="02000503000000020004"/>
              </a:defRPr>
            </a:lvl1pPr>
          </a:lstStyle>
          <a:p>
            <a:fld id="{86CB4B4D-7CA3-9044-876B-883B54F8677D}" type="slidenum">
              <a:rPr/>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65" name="标题文本"/>
          <p:cNvSpPr txBox="1">
            <a:spLocks noGrp="1"/>
          </p:cNvSpPr>
          <p:nvPr>
            <p:ph type="title" hasCustomPrompt="1"/>
          </p:nvPr>
        </p:nvSpPr>
        <p:spPr>
          <a:xfrm>
            <a:off x="401835" y="2607468"/>
            <a:ext cx="8340330" cy="1643064"/>
          </a:xfrm>
          <a:prstGeom prst="rect">
            <a:avLst/>
          </a:prstGeom>
        </p:spPr>
        <p:txBody>
          <a:bodyPr lIns="35718" tIns="35718" rIns="35718" bIns="35718"/>
          <a:lstStyle>
            <a:lvl1pPr algn="l" defTabSz="410845">
              <a:defRPr sz="5000">
                <a:latin typeface="Helvetica Neue Light" panose="02000503000000020004"/>
                <a:ea typeface="Helvetica Neue Light" panose="02000503000000020004"/>
                <a:cs typeface="Helvetica Neue Light" panose="02000503000000020004"/>
                <a:sym typeface="Helvetica Neue Light" panose="02000503000000020004"/>
              </a:defRPr>
            </a:lvl1pPr>
          </a:lstStyle>
          <a:p>
            <a:r>
              <a:t>标题文本</a:t>
            </a:r>
          </a:p>
        </p:txBody>
      </p:sp>
      <p:sp>
        <p:nvSpPr>
          <p:cNvPr id="66" name="幻灯片编号"/>
          <p:cNvSpPr txBox="1">
            <a:spLocks noGrp="1"/>
          </p:cNvSpPr>
          <p:nvPr>
            <p:ph type="sldNum" sz="quarter" idx="2"/>
          </p:nvPr>
        </p:nvSpPr>
        <p:spPr>
          <a:xfrm>
            <a:off x="8626078" y="6465093"/>
            <a:ext cx="211240" cy="207938"/>
          </a:xfrm>
          <a:prstGeom prst="rect">
            <a:avLst/>
          </a:prstGeom>
        </p:spPr>
        <p:txBody>
          <a:bodyPr wrap="none" lIns="35718" tIns="35718" rIns="35718" bIns="35718"/>
          <a:lstStyle>
            <a:lvl1pPr algn="l" defTabSz="410845">
              <a:defRPr sz="900">
                <a:latin typeface="+mn-lt"/>
                <a:ea typeface="+mn-ea"/>
                <a:cs typeface="+mn-cs"/>
                <a:sym typeface="Helvetica Neue" panose="02000503000000020004"/>
              </a:defRPr>
            </a:lvl1pPr>
          </a:lstStyle>
          <a:p>
            <a:fld id="{86CB4B4D-7CA3-9044-876B-883B54F8677D}" type="slidenum">
              <a:rPr/>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73" name="幻灯片编号"/>
          <p:cNvSpPr txBox="1">
            <a:spLocks noGrp="1"/>
          </p:cNvSpPr>
          <p:nvPr>
            <p:ph type="sldNum" sz="quarter" idx="2"/>
          </p:nvPr>
        </p:nvSpPr>
        <p:spPr>
          <a:xfrm>
            <a:off x="8634223" y="6465093"/>
            <a:ext cx="211240" cy="207938"/>
          </a:xfrm>
          <a:prstGeom prst="rect">
            <a:avLst/>
          </a:prstGeom>
        </p:spPr>
        <p:txBody>
          <a:bodyPr wrap="none" lIns="35718" tIns="35718" rIns="35718" bIns="35718">
            <a:normAutofit/>
          </a:bodyPr>
          <a:lstStyle>
            <a:lvl1pPr defTabSz="410845">
              <a:defRPr sz="900">
                <a:latin typeface="+mn-lt"/>
                <a:ea typeface="+mn-ea"/>
                <a:cs typeface="+mn-cs"/>
                <a:sym typeface="Helvetica Neue" panose="02000503000000020004"/>
              </a:defRPr>
            </a:lvl1pPr>
          </a:lstStyle>
          <a:p>
            <a:fld id="{86CB4B4D-7CA3-9044-876B-883B54F8677D}" type="slidenum">
              <a:rPr/>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80" name="标题文本"/>
          <p:cNvSpPr txBox="1">
            <a:spLocks noGrp="1"/>
          </p:cNvSpPr>
          <p:nvPr>
            <p:ph type="title" hasCustomPrompt="1"/>
          </p:nvPr>
        </p:nvSpPr>
        <p:spPr>
          <a:xfrm>
            <a:off x="401835" y="2607468"/>
            <a:ext cx="8340330" cy="1643064"/>
          </a:xfrm>
          <a:prstGeom prst="rect">
            <a:avLst/>
          </a:prstGeom>
        </p:spPr>
        <p:txBody>
          <a:bodyPr lIns="35718" tIns="35718" rIns="35718" bIns="35718">
            <a:normAutofit/>
          </a:bodyPr>
          <a:lstStyle>
            <a:lvl1pPr algn="l" defTabSz="410845">
              <a:defRPr sz="5000">
                <a:latin typeface="Helvetica Neue Light" panose="02000503000000020004"/>
                <a:ea typeface="Helvetica Neue Light" panose="02000503000000020004"/>
                <a:cs typeface="Helvetica Neue Light" panose="02000503000000020004"/>
                <a:sym typeface="Helvetica Neue Light" panose="02000503000000020004"/>
              </a:defRPr>
            </a:lvl1pPr>
          </a:lstStyle>
          <a:p>
            <a:r>
              <a:t>标题文本</a:t>
            </a:r>
          </a:p>
        </p:txBody>
      </p:sp>
      <p:sp>
        <p:nvSpPr>
          <p:cNvPr id="81" name="幻灯片编号"/>
          <p:cNvSpPr txBox="1">
            <a:spLocks noGrp="1"/>
          </p:cNvSpPr>
          <p:nvPr>
            <p:ph type="sldNum" sz="quarter" idx="2"/>
          </p:nvPr>
        </p:nvSpPr>
        <p:spPr>
          <a:xfrm>
            <a:off x="8626078" y="6465093"/>
            <a:ext cx="211240" cy="207938"/>
          </a:xfrm>
          <a:prstGeom prst="rect">
            <a:avLst/>
          </a:prstGeom>
        </p:spPr>
        <p:txBody>
          <a:bodyPr wrap="none" lIns="35718" tIns="35718" rIns="35718" bIns="35718">
            <a:normAutofit/>
          </a:bodyPr>
          <a:lstStyle>
            <a:lvl1pPr algn="l" defTabSz="410845">
              <a:defRPr sz="900">
                <a:latin typeface="+mn-lt"/>
                <a:ea typeface="+mn-ea"/>
                <a:cs typeface="+mn-cs"/>
                <a:sym typeface="Helvetica Neue" panose="02000503000000020004"/>
              </a:defRPr>
            </a:lvl1p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Off val="44000"/>
          </a:schemeClr>
        </a:solidFill>
        <a:effectLst/>
      </p:bgPr>
    </p:bg>
    <p:spTree>
      <p:nvGrpSpPr>
        <p:cNvPr id="1" name=""/>
        <p:cNvGrpSpPr/>
        <p:nvPr/>
      </p:nvGrpSpPr>
      <p:grpSpPr>
        <a:xfrm>
          <a:off x="0" y="0"/>
          <a:ext cx="0" cy="0"/>
          <a:chOff x="0" y="0"/>
          <a:chExt cx="0" cy="0"/>
        </a:xfrm>
      </p:grpSpPr>
      <p:sp>
        <p:nvSpPr>
          <p:cNvPr id="2" name="幻灯片编号"/>
          <p:cNvSpPr txBox="1">
            <a:spLocks noGrp="1"/>
          </p:cNvSpPr>
          <p:nvPr>
            <p:ph type="sldNum" sz="quarter" idx="2"/>
          </p:nvPr>
        </p:nvSpPr>
        <p:spPr>
          <a:xfrm>
            <a:off x="6553200" y="6245225"/>
            <a:ext cx="2133600" cy="288824"/>
          </a:xfrm>
          <a:prstGeom prst="rect">
            <a:avLst/>
          </a:prstGeom>
          <a:ln w="12700">
            <a:miter lim="400000"/>
          </a:ln>
        </p:spPr>
        <p:txBody>
          <a:bodyPr lIns="45719" rIns="45719">
            <a:spAutoFit/>
          </a:bodyPr>
          <a:lstStyle>
            <a:lvl1pPr algn="r">
              <a:defRPr sz="1400"/>
            </a:lvl1pPr>
          </a:lstStyle>
          <a:p>
            <a:fld id="{86CB4B4D-7CA3-9044-876B-883B54F8677D}" type="slidenum">
              <a:rPr/>
            </a:fld>
            <a:endParaRPr/>
          </a:p>
        </p:txBody>
      </p:sp>
      <p:sp>
        <p:nvSpPr>
          <p:cNvPr id="3" name="标题文本"/>
          <p:cNvSpPr txBox="1">
            <a:spLocks noGrp="1"/>
          </p:cNvSpPr>
          <p:nvPr>
            <p:ph type="title"/>
          </p:nvPr>
        </p:nvSpPr>
        <p:spPr>
          <a:xfrm>
            <a:off x="457200" y="92074"/>
            <a:ext cx="8229600" cy="1508126"/>
          </a:xfrm>
          <a:prstGeom prst="rect">
            <a:avLst/>
          </a:prstGeom>
          <a:ln w="12700">
            <a:miter lim="400000"/>
          </a:ln>
        </p:spPr>
        <p:txBody>
          <a:bodyPr lIns="45719" rIns="45719" anchor="ctr"/>
          <a:lstStyle/>
          <a:p>
            <a:r>
              <a:t>标题文本</a:t>
            </a:r>
          </a:p>
        </p:txBody>
      </p:sp>
      <p:sp>
        <p:nvSpPr>
          <p:cNvPr id="4" name="正文级别 1…"/>
          <p:cNvSpPr txBox="1">
            <a:spLocks noGrp="1"/>
          </p:cNvSpPr>
          <p:nvPr>
            <p:ph type="body" idx="1"/>
          </p:nvPr>
        </p:nvSpPr>
        <p:spPr>
          <a:xfrm>
            <a:off x="457200" y="1600200"/>
            <a:ext cx="8229600" cy="5257800"/>
          </a:xfrm>
          <a:prstGeom prst="rect">
            <a:avLst/>
          </a:prstGeom>
          <a:ln w="12700">
            <a:miter lim="400000"/>
          </a:ln>
        </p:spPr>
        <p:txBody>
          <a:bodyPr lIns="45719" rIns="45719"/>
          <a:lstStyle/>
          <a:p>
            <a:r>
              <a:t>正文级别 1</a:t>
            </a:r>
          </a:p>
          <a:p>
            <a:pPr lvl="1"/>
            <a:r>
              <a:t>正文级别 2</a:t>
            </a:r>
          </a:p>
          <a:p>
            <a:pPr lvl="2"/>
            <a:r>
              <a:t>正文级别 3</a:t>
            </a:r>
          </a:p>
          <a:p>
            <a:pPr lvl="3"/>
            <a:r>
              <a:t>正文级别 4</a:t>
            </a:r>
          </a:p>
          <a:p>
            <a:pPr lvl="4"/>
            <a:r>
              <a:t>正文级别 5</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hf hdr="0" ftr="0" dt="0"/>
  <p:txStyles>
    <p:titleStyle>
      <a:lvl1pPr marL="0" marR="0" indent="0" algn="ctr" defTabSz="914400" rtl="0" latinLnBrk="0">
        <a:lnSpc>
          <a:spcPct val="100000"/>
        </a:lnSpc>
        <a:spcBef>
          <a:spcPts val="0"/>
        </a:spcBef>
        <a:spcAft>
          <a:spcPts val="0"/>
        </a:spcAft>
        <a:buClrTx/>
        <a:buSzTx/>
        <a:buFontTx/>
        <a:buNone/>
        <a:defRPr sz="4400" b="0" i="0" u="none" strike="noStrike" cap="none" spc="0" baseline="0">
          <a:solidFill>
            <a:srgbClr val="000000"/>
          </a:solidFill>
          <a:uFillTx/>
          <a:latin typeface="Arial" panose="020B0604020202090204"/>
          <a:ea typeface="Arial" panose="020B0604020202090204"/>
          <a:cs typeface="Arial" panose="020B0604020202090204"/>
          <a:sym typeface="Arial" panose="020B0604020202090204"/>
        </a:defRPr>
      </a:lvl1pPr>
      <a:lvl2pPr marL="0" marR="0" indent="0" algn="ctr" defTabSz="914400" rtl="0" latinLnBrk="0">
        <a:lnSpc>
          <a:spcPct val="100000"/>
        </a:lnSpc>
        <a:spcBef>
          <a:spcPts val="0"/>
        </a:spcBef>
        <a:spcAft>
          <a:spcPts val="0"/>
        </a:spcAft>
        <a:buClrTx/>
        <a:buSzTx/>
        <a:buFontTx/>
        <a:buNone/>
        <a:defRPr sz="4400" b="0" i="0" u="none" strike="noStrike" cap="none" spc="0" baseline="0">
          <a:solidFill>
            <a:srgbClr val="000000"/>
          </a:solidFill>
          <a:uFillTx/>
          <a:latin typeface="Arial" panose="020B0604020202090204"/>
          <a:ea typeface="Arial" panose="020B0604020202090204"/>
          <a:cs typeface="Arial" panose="020B0604020202090204"/>
          <a:sym typeface="Arial" panose="020B0604020202090204"/>
        </a:defRPr>
      </a:lvl2pPr>
      <a:lvl3pPr marL="0" marR="0" indent="0" algn="ctr" defTabSz="914400" rtl="0" latinLnBrk="0">
        <a:lnSpc>
          <a:spcPct val="100000"/>
        </a:lnSpc>
        <a:spcBef>
          <a:spcPts val="0"/>
        </a:spcBef>
        <a:spcAft>
          <a:spcPts val="0"/>
        </a:spcAft>
        <a:buClrTx/>
        <a:buSzTx/>
        <a:buFontTx/>
        <a:buNone/>
        <a:defRPr sz="4400" b="0" i="0" u="none" strike="noStrike" cap="none" spc="0" baseline="0">
          <a:solidFill>
            <a:srgbClr val="000000"/>
          </a:solidFill>
          <a:uFillTx/>
          <a:latin typeface="Arial" panose="020B0604020202090204"/>
          <a:ea typeface="Arial" panose="020B0604020202090204"/>
          <a:cs typeface="Arial" panose="020B0604020202090204"/>
          <a:sym typeface="Arial" panose="020B0604020202090204"/>
        </a:defRPr>
      </a:lvl3pPr>
      <a:lvl4pPr marL="0" marR="0" indent="0" algn="ctr" defTabSz="914400" rtl="0" latinLnBrk="0">
        <a:lnSpc>
          <a:spcPct val="100000"/>
        </a:lnSpc>
        <a:spcBef>
          <a:spcPts val="0"/>
        </a:spcBef>
        <a:spcAft>
          <a:spcPts val="0"/>
        </a:spcAft>
        <a:buClrTx/>
        <a:buSzTx/>
        <a:buFontTx/>
        <a:buNone/>
        <a:defRPr sz="4400" b="0" i="0" u="none" strike="noStrike" cap="none" spc="0" baseline="0">
          <a:solidFill>
            <a:srgbClr val="000000"/>
          </a:solidFill>
          <a:uFillTx/>
          <a:latin typeface="Arial" panose="020B0604020202090204"/>
          <a:ea typeface="Arial" panose="020B0604020202090204"/>
          <a:cs typeface="Arial" panose="020B0604020202090204"/>
          <a:sym typeface="Arial" panose="020B0604020202090204"/>
        </a:defRPr>
      </a:lvl4pPr>
      <a:lvl5pPr marL="0" marR="0" indent="0" algn="ctr" defTabSz="914400" rtl="0" latinLnBrk="0">
        <a:lnSpc>
          <a:spcPct val="100000"/>
        </a:lnSpc>
        <a:spcBef>
          <a:spcPts val="0"/>
        </a:spcBef>
        <a:spcAft>
          <a:spcPts val="0"/>
        </a:spcAft>
        <a:buClrTx/>
        <a:buSzTx/>
        <a:buFontTx/>
        <a:buNone/>
        <a:defRPr sz="4400" b="0" i="0" u="none" strike="noStrike" cap="none" spc="0" baseline="0">
          <a:solidFill>
            <a:srgbClr val="000000"/>
          </a:solidFill>
          <a:uFillTx/>
          <a:latin typeface="Arial" panose="020B0604020202090204"/>
          <a:ea typeface="Arial" panose="020B0604020202090204"/>
          <a:cs typeface="Arial" panose="020B0604020202090204"/>
          <a:sym typeface="Arial" panose="020B0604020202090204"/>
        </a:defRPr>
      </a:lvl5pPr>
      <a:lvl6pPr marL="0" marR="0" indent="457200" algn="ctr" defTabSz="914400" rtl="0" latinLnBrk="0">
        <a:lnSpc>
          <a:spcPct val="100000"/>
        </a:lnSpc>
        <a:spcBef>
          <a:spcPts val="0"/>
        </a:spcBef>
        <a:spcAft>
          <a:spcPts val="0"/>
        </a:spcAft>
        <a:buClrTx/>
        <a:buSzTx/>
        <a:buFontTx/>
        <a:buNone/>
        <a:defRPr sz="4400" b="0" i="0" u="none" strike="noStrike" cap="none" spc="0" baseline="0">
          <a:solidFill>
            <a:srgbClr val="000000"/>
          </a:solidFill>
          <a:uFillTx/>
          <a:latin typeface="Arial" panose="020B0604020202090204"/>
          <a:ea typeface="Arial" panose="020B0604020202090204"/>
          <a:cs typeface="Arial" panose="020B0604020202090204"/>
          <a:sym typeface="Arial" panose="020B0604020202090204"/>
        </a:defRPr>
      </a:lvl6pPr>
      <a:lvl7pPr marL="0" marR="0" indent="914400" algn="ctr" defTabSz="914400" rtl="0" latinLnBrk="0">
        <a:lnSpc>
          <a:spcPct val="100000"/>
        </a:lnSpc>
        <a:spcBef>
          <a:spcPts val="0"/>
        </a:spcBef>
        <a:spcAft>
          <a:spcPts val="0"/>
        </a:spcAft>
        <a:buClrTx/>
        <a:buSzTx/>
        <a:buFontTx/>
        <a:buNone/>
        <a:defRPr sz="4400" b="0" i="0" u="none" strike="noStrike" cap="none" spc="0" baseline="0">
          <a:solidFill>
            <a:srgbClr val="000000"/>
          </a:solidFill>
          <a:uFillTx/>
          <a:latin typeface="Arial" panose="020B0604020202090204"/>
          <a:ea typeface="Arial" panose="020B0604020202090204"/>
          <a:cs typeface="Arial" panose="020B0604020202090204"/>
          <a:sym typeface="Arial" panose="020B0604020202090204"/>
        </a:defRPr>
      </a:lvl7pPr>
      <a:lvl8pPr marL="0" marR="0" indent="1371600" algn="ctr" defTabSz="914400" rtl="0" latinLnBrk="0">
        <a:lnSpc>
          <a:spcPct val="100000"/>
        </a:lnSpc>
        <a:spcBef>
          <a:spcPts val="0"/>
        </a:spcBef>
        <a:spcAft>
          <a:spcPts val="0"/>
        </a:spcAft>
        <a:buClrTx/>
        <a:buSzTx/>
        <a:buFontTx/>
        <a:buNone/>
        <a:defRPr sz="4400" b="0" i="0" u="none" strike="noStrike" cap="none" spc="0" baseline="0">
          <a:solidFill>
            <a:srgbClr val="000000"/>
          </a:solidFill>
          <a:uFillTx/>
          <a:latin typeface="Arial" panose="020B0604020202090204"/>
          <a:ea typeface="Arial" panose="020B0604020202090204"/>
          <a:cs typeface="Arial" panose="020B0604020202090204"/>
          <a:sym typeface="Arial" panose="020B0604020202090204"/>
        </a:defRPr>
      </a:lvl8pPr>
      <a:lvl9pPr marL="0" marR="0" indent="1828800" algn="ctr" defTabSz="914400" rtl="0" latinLnBrk="0">
        <a:lnSpc>
          <a:spcPct val="100000"/>
        </a:lnSpc>
        <a:spcBef>
          <a:spcPts val="0"/>
        </a:spcBef>
        <a:spcAft>
          <a:spcPts val="0"/>
        </a:spcAft>
        <a:buClrTx/>
        <a:buSzTx/>
        <a:buFontTx/>
        <a:buNone/>
        <a:defRPr sz="4400" b="0" i="0" u="none" strike="noStrike" cap="none" spc="0" baseline="0">
          <a:solidFill>
            <a:srgbClr val="000000"/>
          </a:solidFill>
          <a:uFillTx/>
          <a:latin typeface="Arial" panose="020B0604020202090204"/>
          <a:ea typeface="Arial" panose="020B0604020202090204"/>
          <a:cs typeface="Arial" panose="020B0604020202090204"/>
          <a:sym typeface="Arial" panose="020B0604020202090204"/>
        </a:defRPr>
      </a:lvl9pPr>
    </p:titleStyle>
    <p:bodyStyle>
      <a:lvl1pPr marL="342900" marR="0" indent="-342900" algn="l" defTabSz="914400" rtl="0" latinLnBrk="0">
        <a:lnSpc>
          <a:spcPct val="100000"/>
        </a:lnSpc>
        <a:spcBef>
          <a:spcPts val="700"/>
        </a:spcBef>
        <a:spcAft>
          <a:spcPts val="0"/>
        </a:spcAft>
        <a:buClrTx/>
        <a:buSzPct val="100000"/>
        <a:buFontTx/>
        <a:buChar char="»"/>
        <a:defRPr sz="3200" b="0" i="0" u="none" strike="noStrike" cap="none" spc="0" baseline="0">
          <a:solidFill>
            <a:srgbClr val="000000"/>
          </a:solidFill>
          <a:uFillTx/>
          <a:latin typeface="Arial" panose="020B0604020202090204"/>
          <a:ea typeface="Arial" panose="020B0604020202090204"/>
          <a:cs typeface="Arial" panose="020B0604020202090204"/>
          <a:sym typeface="Arial" panose="020B0604020202090204"/>
        </a:defRPr>
      </a:lvl1pPr>
      <a:lvl2pPr marL="783590" marR="0" indent="-326390" algn="l" defTabSz="914400" rtl="0" latinLnBrk="0">
        <a:lnSpc>
          <a:spcPct val="100000"/>
        </a:lnSpc>
        <a:spcBef>
          <a:spcPts val="700"/>
        </a:spcBef>
        <a:spcAft>
          <a:spcPts val="0"/>
        </a:spcAft>
        <a:buClrTx/>
        <a:buSzPct val="100000"/>
        <a:buFontTx/>
        <a:buChar char="–"/>
        <a:defRPr sz="3200" b="0" i="0" u="none" strike="noStrike" cap="none" spc="0" baseline="0">
          <a:solidFill>
            <a:srgbClr val="000000"/>
          </a:solidFill>
          <a:uFillTx/>
          <a:latin typeface="Arial" panose="020B0604020202090204"/>
          <a:ea typeface="Arial" panose="020B0604020202090204"/>
          <a:cs typeface="Arial" panose="020B0604020202090204"/>
          <a:sym typeface="Arial" panose="020B0604020202090204"/>
        </a:defRPr>
      </a:lvl2pPr>
      <a:lvl3pPr marL="1219200" marR="0" indent="-304800" algn="l" defTabSz="914400" rtl="0" latinLnBrk="0">
        <a:lnSpc>
          <a:spcPct val="100000"/>
        </a:lnSpc>
        <a:spcBef>
          <a:spcPts val="700"/>
        </a:spcBef>
        <a:spcAft>
          <a:spcPts val="0"/>
        </a:spcAft>
        <a:buClrTx/>
        <a:buSzPct val="100000"/>
        <a:buFontTx/>
        <a:buChar char="•"/>
        <a:defRPr sz="3200" b="0" i="0" u="none" strike="noStrike" cap="none" spc="0" baseline="0">
          <a:solidFill>
            <a:srgbClr val="000000"/>
          </a:solidFill>
          <a:uFillTx/>
          <a:latin typeface="Arial" panose="020B0604020202090204"/>
          <a:ea typeface="Arial" panose="020B0604020202090204"/>
          <a:cs typeface="Arial" panose="020B0604020202090204"/>
          <a:sym typeface="Arial" panose="020B0604020202090204"/>
        </a:defRPr>
      </a:lvl3pPr>
      <a:lvl4pPr marL="1737360" marR="0" indent="-365760" algn="l" defTabSz="914400" rtl="0" latinLnBrk="0">
        <a:lnSpc>
          <a:spcPct val="100000"/>
        </a:lnSpc>
        <a:spcBef>
          <a:spcPts val="700"/>
        </a:spcBef>
        <a:spcAft>
          <a:spcPts val="0"/>
        </a:spcAft>
        <a:buClrTx/>
        <a:buSzPct val="100000"/>
        <a:buFontTx/>
        <a:buChar char="–"/>
        <a:defRPr sz="3200" b="0" i="0" u="none" strike="noStrike" cap="none" spc="0" baseline="0">
          <a:solidFill>
            <a:srgbClr val="000000"/>
          </a:solidFill>
          <a:uFillTx/>
          <a:latin typeface="Arial" panose="020B0604020202090204"/>
          <a:ea typeface="Arial" panose="020B0604020202090204"/>
          <a:cs typeface="Arial" panose="020B0604020202090204"/>
          <a:sym typeface="Arial" panose="020B0604020202090204"/>
        </a:defRPr>
      </a:lvl4pPr>
      <a:lvl5pPr marL="2235200" marR="0" indent="-406400" algn="l" defTabSz="914400" rtl="0" latinLnBrk="0">
        <a:lnSpc>
          <a:spcPct val="100000"/>
        </a:lnSpc>
        <a:spcBef>
          <a:spcPts val="700"/>
        </a:spcBef>
        <a:spcAft>
          <a:spcPts val="0"/>
        </a:spcAft>
        <a:buClrTx/>
        <a:buSzPct val="100000"/>
        <a:buFontTx/>
        <a:buChar char="»"/>
        <a:defRPr sz="3200" b="0" i="0" u="none" strike="noStrike" cap="none" spc="0" baseline="0">
          <a:solidFill>
            <a:srgbClr val="000000"/>
          </a:solidFill>
          <a:uFillTx/>
          <a:latin typeface="Arial" panose="020B0604020202090204"/>
          <a:ea typeface="Arial" panose="020B0604020202090204"/>
          <a:cs typeface="Arial" panose="020B0604020202090204"/>
          <a:sym typeface="Arial" panose="020B0604020202090204"/>
        </a:defRPr>
      </a:lvl5pPr>
      <a:lvl6pPr marL="2692400" marR="0" indent="-406400" algn="l" defTabSz="914400" rtl="0" latinLnBrk="0">
        <a:lnSpc>
          <a:spcPct val="100000"/>
        </a:lnSpc>
        <a:spcBef>
          <a:spcPts val="700"/>
        </a:spcBef>
        <a:spcAft>
          <a:spcPts val="0"/>
        </a:spcAft>
        <a:buClrTx/>
        <a:buSzPct val="100000"/>
        <a:buFontTx/>
        <a:buChar char="•"/>
        <a:defRPr sz="3200" b="0" i="0" u="none" strike="noStrike" cap="none" spc="0" baseline="0">
          <a:solidFill>
            <a:srgbClr val="000000"/>
          </a:solidFill>
          <a:uFillTx/>
          <a:latin typeface="Arial" panose="020B0604020202090204"/>
          <a:ea typeface="Arial" panose="020B0604020202090204"/>
          <a:cs typeface="Arial" panose="020B0604020202090204"/>
          <a:sym typeface="Arial" panose="020B0604020202090204"/>
        </a:defRPr>
      </a:lvl6pPr>
      <a:lvl7pPr marL="3149600" marR="0" indent="-406400" algn="l" defTabSz="914400" rtl="0" latinLnBrk="0">
        <a:lnSpc>
          <a:spcPct val="100000"/>
        </a:lnSpc>
        <a:spcBef>
          <a:spcPts val="700"/>
        </a:spcBef>
        <a:spcAft>
          <a:spcPts val="0"/>
        </a:spcAft>
        <a:buClrTx/>
        <a:buSzPct val="100000"/>
        <a:buFontTx/>
        <a:buChar char="•"/>
        <a:defRPr sz="3200" b="0" i="0" u="none" strike="noStrike" cap="none" spc="0" baseline="0">
          <a:solidFill>
            <a:srgbClr val="000000"/>
          </a:solidFill>
          <a:uFillTx/>
          <a:latin typeface="Arial" panose="020B0604020202090204"/>
          <a:ea typeface="Arial" panose="020B0604020202090204"/>
          <a:cs typeface="Arial" panose="020B0604020202090204"/>
          <a:sym typeface="Arial" panose="020B0604020202090204"/>
        </a:defRPr>
      </a:lvl7pPr>
      <a:lvl8pPr marL="3606800" marR="0" indent="-406400" algn="l" defTabSz="914400" rtl="0" latinLnBrk="0">
        <a:lnSpc>
          <a:spcPct val="100000"/>
        </a:lnSpc>
        <a:spcBef>
          <a:spcPts val="700"/>
        </a:spcBef>
        <a:spcAft>
          <a:spcPts val="0"/>
        </a:spcAft>
        <a:buClrTx/>
        <a:buSzPct val="100000"/>
        <a:buFontTx/>
        <a:buChar char="•"/>
        <a:defRPr sz="3200" b="0" i="0" u="none" strike="noStrike" cap="none" spc="0" baseline="0">
          <a:solidFill>
            <a:srgbClr val="000000"/>
          </a:solidFill>
          <a:uFillTx/>
          <a:latin typeface="Arial" panose="020B0604020202090204"/>
          <a:ea typeface="Arial" panose="020B0604020202090204"/>
          <a:cs typeface="Arial" panose="020B0604020202090204"/>
          <a:sym typeface="Arial" panose="020B0604020202090204"/>
        </a:defRPr>
      </a:lvl8pPr>
      <a:lvl9pPr marL="4064000" marR="0" indent="-406400" algn="l" defTabSz="914400" rtl="0" latinLnBrk="0">
        <a:lnSpc>
          <a:spcPct val="100000"/>
        </a:lnSpc>
        <a:spcBef>
          <a:spcPts val="700"/>
        </a:spcBef>
        <a:spcAft>
          <a:spcPts val="0"/>
        </a:spcAft>
        <a:buClrTx/>
        <a:buSzPct val="100000"/>
        <a:buFontTx/>
        <a:buChar char="•"/>
        <a:defRPr sz="3200" b="0" i="0" u="none" strike="noStrike" cap="none" spc="0" baseline="0">
          <a:solidFill>
            <a:srgbClr val="000000"/>
          </a:solidFill>
          <a:uFillTx/>
          <a:latin typeface="Arial" panose="020B0604020202090204"/>
          <a:ea typeface="Arial" panose="020B0604020202090204"/>
          <a:cs typeface="Arial" panose="020B0604020202090204"/>
          <a:sym typeface="Arial" panose="020B0604020202090204"/>
        </a:defRPr>
      </a:lvl9pPr>
    </p:bodyStyle>
    <p:otherStyle>
      <a:lvl1pPr marL="0" marR="0" indent="0" algn="r" defTabSz="914400" rtl="0" latinLnBrk="0">
        <a:lnSpc>
          <a:spcPct val="100000"/>
        </a:lnSpc>
        <a:spcBef>
          <a:spcPts val="0"/>
        </a:spcBef>
        <a:spcAft>
          <a:spcPts val="0"/>
        </a:spcAft>
        <a:buClrTx/>
        <a:buSzTx/>
        <a:buFontTx/>
        <a:buNone/>
        <a:defRPr sz="1400" b="0" i="0" u="none" strike="noStrike" cap="none" spc="0" baseline="0">
          <a:solidFill>
            <a:schemeClr val="tx1"/>
          </a:solidFill>
          <a:uFillTx/>
          <a:latin typeface="+mn-lt"/>
          <a:ea typeface="+mn-ea"/>
          <a:cs typeface="+mn-cs"/>
          <a:sym typeface="Arial" panose="020B0604020202090204"/>
        </a:defRPr>
      </a:lvl1pPr>
      <a:lvl2pPr marL="0" marR="0" indent="457200" algn="r" defTabSz="914400" rtl="0" latinLnBrk="0">
        <a:lnSpc>
          <a:spcPct val="100000"/>
        </a:lnSpc>
        <a:spcBef>
          <a:spcPts val="0"/>
        </a:spcBef>
        <a:spcAft>
          <a:spcPts val="0"/>
        </a:spcAft>
        <a:buClrTx/>
        <a:buSzTx/>
        <a:buFontTx/>
        <a:buNone/>
        <a:defRPr sz="1400" b="0" i="0" u="none" strike="noStrike" cap="none" spc="0" baseline="0">
          <a:solidFill>
            <a:schemeClr val="tx1"/>
          </a:solidFill>
          <a:uFillTx/>
          <a:latin typeface="+mn-lt"/>
          <a:ea typeface="+mn-ea"/>
          <a:cs typeface="+mn-cs"/>
          <a:sym typeface="Arial" panose="020B0604020202090204"/>
        </a:defRPr>
      </a:lvl2pPr>
      <a:lvl3pPr marL="0" marR="0" indent="914400" algn="r" defTabSz="914400" rtl="0" latinLnBrk="0">
        <a:lnSpc>
          <a:spcPct val="100000"/>
        </a:lnSpc>
        <a:spcBef>
          <a:spcPts val="0"/>
        </a:spcBef>
        <a:spcAft>
          <a:spcPts val="0"/>
        </a:spcAft>
        <a:buClrTx/>
        <a:buSzTx/>
        <a:buFontTx/>
        <a:buNone/>
        <a:defRPr sz="1400" b="0" i="0" u="none" strike="noStrike" cap="none" spc="0" baseline="0">
          <a:solidFill>
            <a:schemeClr val="tx1"/>
          </a:solidFill>
          <a:uFillTx/>
          <a:latin typeface="+mn-lt"/>
          <a:ea typeface="+mn-ea"/>
          <a:cs typeface="+mn-cs"/>
          <a:sym typeface="Arial" panose="020B0604020202090204"/>
        </a:defRPr>
      </a:lvl3pPr>
      <a:lvl4pPr marL="0" marR="0" indent="1371600" algn="r" defTabSz="914400" rtl="0" latinLnBrk="0">
        <a:lnSpc>
          <a:spcPct val="100000"/>
        </a:lnSpc>
        <a:spcBef>
          <a:spcPts val="0"/>
        </a:spcBef>
        <a:spcAft>
          <a:spcPts val="0"/>
        </a:spcAft>
        <a:buClrTx/>
        <a:buSzTx/>
        <a:buFontTx/>
        <a:buNone/>
        <a:defRPr sz="1400" b="0" i="0" u="none" strike="noStrike" cap="none" spc="0" baseline="0">
          <a:solidFill>
            <a:schemeClr val="tx1"/>
          </a:solidFill>
          <a:uFillTx/>
          <a:latin typeface="+mn-lt"/>
          <a:ea typeface="+mn-ea"/>
          <a:cs typeface="+mn-cs"/>
          <a:sym typeface="Arial" panose="020B0604020202090204"/>
        </a:defRPr>
      </a:lvl4pPr>
      <a:lvl5pPr marL="0" marR="0" indent="1828800" algn="r" defTabSz="914400" rtl="0" latinLnBrk="0">
        <a:lnSpc>
          <a:spcPct val="100000"/>
        </a:lnSpc>
        <a:spcBef>
          <a:spcPts val="0"/>
        </a:spcBef>
        <a:spcAft>
          <a:spcPts val="0"/>
        </a:spcAft>
        <a:buClrTx/>
        <a:buSzTx/>
        <a:buFontTx/>
        <a:buNone/>
        <a:defRPr sz="1400" b="0" i="0" u="none" strike="noStrike" cap="none" spc="0" baseline="0">
          <a:solidFill>
            <a:schemeClr val="tx1"/>
          </a:solidFill>
          <a:uFillTx/>
          <a:latin typeface="+mn-lt"/>
          <a:ea typeface="+mn-ea"/>
          <a:cs typeface="+mn-cs"/>
          <a:sym typeface="Arial" panose="020B0604020202090204"/>
        </a:defRPr>
      </a:lvl5pPr>
      <a:lvl6pPr marL="0" marR="0" indent="0" algn="r" defTabSz="914400" rtl="0" latinLnBrk="0">
        <a:lnSpc>
          <a:spcPct val="100000"/>
        </a:lnSpc>
        <a:spcBef>
          <a:spcPts val="0"/>
        </a:spcBef>
        <a:spcAft>
          <a:spcPts val="0"/>
        </a:spcAft>
        <a:buClrTx/>
        <a:buSzTx/>
        <a:buFontTx/>
        <a:buNone/>
        <a:defRPr sz="1400" b="0" i="0" u="none" strike="noStrike" cap="none" spc="0" baseline="0">
          <a:solidFill>
            <a:schemeClr val="tx1"/>
          </a:solidFill>
          <a:uFillTx/>
          <a:latin typeface="+mn-lt"/>
          <a:ea typeface="+mn-ea"/>
          <a:cs typeface="+mn-cs"/>
          <a:sym typeface="Arial" panose="020B0604020202090204"/>
        </a:defRPr>
      </a:lvl6pPr>
      <a:lvl7pPr marL="0" marR="0" indent="0" algn="r" defTabSz="914400" rtl="0" latinLnBrk="0">
        <a:lnSpc>
          <a:spcPct val="100000"/>
        </a:lnSpc>
        <a:spcBef>
          <a:spcPts val="0"/>
        </a:spcBef>
        <a:spcAft>
          <a:spcPts val="0"/>
        </a:spcAft>
        <a:buClrTx/>
        <a:buSzTx/>
        <a:buFontTx/>
        <a:buNone/>
        <a:defRPr sz="1400" b="0" i="0" u="none" strike="noStrike" cap="none" spc="0" baseline="0">
          <a:solidFill>
            <a:schemeClr val="tx1"/>
          </a:solidFill>
          <a:uFillTx/>
          <a:latin typeface="+mn-lt"/>
          <a:ea typeface="+mn-ea"/>
          <a:cs typeface="+mn-cs"/>
          <a:sym typeface="Arial" panose="020B0604020202090204"/>
        </a:defRPr>
      </a:lvl7pPr>
      <a:lvl8pPr marL="0" marR="0" indent="0" algn="r" defTabSz="914400" rtl="0" latinLnBrk="0">
        <a:lnSpc>
          <a:spcPct val="100000"/>
        </a:lnSpc>
        <a:spcBef>
          <a:spcPts val="0"/>
        </a:spcBef>
        <a:spcAft>
          <a:spcPts val="0"/>
        </a:spcAft>
        <a:buClrTx/>
        <a:buSzTx/>
        <a:buFontTx/>
        <a:buNone/>
        <a:defRPr sz="1400" b="0" i="0" u="none" strike="noStrike" cap="none" spc="0" baseline="0">
          <a:solidFill>
            <a:schemeClr val="tx1"/>
          </a:solidFill>
          <a:uFillTx/>
          <a:latin typeface="+mn-lt"/>
          <a:ea typeface="+mn-ea"/>
          <a:cs typeface="+mn-cs"/>
          <a:sym typeface="Arial" panose="020B0604020202090204"/>
        </a:defRPr>
      </a:lvl8pPr>
      <a:lvl9pPr marL="0" marR="0" indent="0" algn="r" defTabSz="914400" rtl="0" latinLnBrk="0">
        <a:lnSpc>
          <a:spcPct val="100000"/>
        </a:lnSpc>
        <a:spcBef>
          <a:spcPts val="0"/>
        </a:spcBef>
        <a:spcAft>
          <a:spcPts val="0"/>
        </a:spcAft>
        <a:buClrTx/>
        <a:buSzTx/>
        <a:buFontTx/>
        <a:buNone/>
        <a:defRPr sz="1400" b="0" i="0" u="none" strike="noStrike" cap="none" spc="0" baseline="0">
          <a:solidFill>
            <a:schemeClr val="tx1"/>
          </a:solidFill>
          <a:uFillTx/>
          <a:latin typeface="+mn-lt"/>
          <a:ea typeface="+mn-ea"/>
          <a:cs typeface="+mn-cs"/>
          <a:sym typeface="Arial" panose="020B060402020209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22.svg"/><Relationship Id="rId7" Type="http://schemas.openxmlformats.org/officeDocument/2006/relationships/image" Target="../media/image21.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 Id="rId3" Type="http://schemas.openxmlformats.org/officeDocument/2006/relationships/image" Target="../media/image17.png"/><Relationship Id="rId2" Type="http://schemas.openxmlformats.org/officeDocument/2006/relationships/image" Target="../media/image16.svg"/><Relationship Id="rId13" Type="http://schemas.openxmlformats.org/officeDocument/2006/relationships/slideLayout" Target="../slideLayouts/slideLayout4.xml"/><Relationship Id="rId12" Type="http://schemas.openxmlformats.org/officeDocument/2006/relationships/image" Target="../media/image26.svg"/><Relationship Id="rId11" Type="http://schemas.openxmlformats.org/officeDocument/2006/relationships/image" Target="../media/image25.png"/><Relationship Id="rId10" Type="http://schemas.openxmlformats.org/officeDocument/2006/relationships/image" Target="../media/image24.svg"/><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hyperlink" Target="https://docs.aws.amazon.com/AWSEC2/latest/UserGuide/ec2-key-pairs.html#having-ec2-create-your-key-pair" TargetMode="Externa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7.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8.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9.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30.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1.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3.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4.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36.png"/><Relationship Id="rId1" Type="http://schemas.openxmlformats.org/officeDocument/2006/relationships/image" Target="../media/image35.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hyperlink" Target="https://aws.amazon.com/ec2/instance-types/" TargetMode="Externa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7.pn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1.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3.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5.png"/><Relationship Id="rId1" Type="http://schemas.openxmlformats.org/officeDocument/2006/relationships/image" Target="../media/image4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6.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7.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8.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线条"/>
          <p:cNvSpPr/>
          <p:nvPr/>
        </p:nvSpPr>
        <p:spPr>
          <a:xfrm>
            <a:off x="455414" y="2917675"/>
            <a:ext cx="8233187" cy="128"/>
          </a:xfrm>
          <a:prstGeom prst="line">
            <a:avLst/>
          </a:prstGeom>
          <a:ln w="3175">
            <a:solidFill>
              <a:srgbClr val="9A9A9A"/>
            </a:solidFill>
            <a:miter lim="400000"/>
          </a:ln>
        </p:spPr>
        <p:txBody>
          <a:bodyPr lIns="50800" tIns="50800" rIns="50800" bIns="50800" anchor="ctr"/>
          <a:lstStyle/>
          <a:p>
            <a:pPr defTabSz="457200">
              <a:defRPr sz="800">
                <a:latin typeface="+mj-lt"/>
                <a:ea typeface="+mj-ea"/>
                <a:cs typeface="+mj-cs"/>
                <a:sym typeface="Helvetica"/>
              </a:defRPr>
            </a:pPr>
          </a:p>
        </p:txBody>
      </p:sp>
      <p:sp>
        <p:nvSpPr>
          <p:cNvPr id="91" name="COMP4651 (Spring 2021)"/>
          <p:cNvSpPr txBox="1">
            <a:spLocks noGrp="1"/>
          </p:cNvSpPr>
          <p:nvPr>
            <p:ph type="title" idx="4294967295"/>
          </p:nvPr>
        </p:nvSpPr>
        <p:spPr>
          <a:xfrm>
            <a:off x="401835" y="506659"/>
            <a:ext cx="8340330" cy="2232423"/>
          </a:xfrm>
          <a:prstGeom prst="rect">
            <a:avLst/>
          </a:prstGeom>
        </p:spPr>
        <p:txBody>
          <a:bodyPr lIns="35718" tIns="35718" rIns="35718" bIns="35718" anchor="b"/>
          <a:lstStyle>
            <a:lvl1pPr algn="l" defTabSz="584200">
              <a:defRPr sz="5000">
                <a:latin typeface="Helvetica Neue Light" panose="02000503000000020004"/>
                <a:ea typeface="Helvetica Neue Light" panose="02000503000000020004"/>
                <a:cs typeface="Helvetica Neue Light" panose="02000503000000020004"/>
                <a:sym typeface="Helvetica Neue Light" panose="02000503000000020004"/>
              </a:defRPr>
            </a:lvl1pPr>
          </a:lstStyle>
          <a:p>
            <a:r>
              <a:rPr lang="en-US" dirty="0"/>
              <a:t>CSC4303</a:t>
            </a:r>
            <a:r>
              <a:rPr dirty="0"/>
              <a:t> (</a:t>
            </a:r>
            <a:r>
              <a:rPr lang="en-US" dirty="0"/>
              <a:t>Fall </a:t>
            </a:r>
            <a:r>
              <a:rPr dirty="0"/>
              <a:t>202</a:t>
            </a:r>
            <a:r>
              <a:rPr lang="en-US" dirty="0"/>
              <a:t>6</a:t>
            </a:r>
            <a:r>
              <a:rPr dirty="0"/>
              <a:t>)</a:t>
            </a:r>
            <a:endParaRPr dirty="0"/>
          </a:p>
        </p:txBody>
      </p:sp>
      <p:sp>
        <p:nvSpPr>
          <p:cNvPr id="92" name="Getting Started with AWS EC2"/>
          <p:cNvSpPr txBox="1">
            <a:spLocks noGrp="1"/>
          </p:cNvSpPr>
          <p:nvPr>
            <p:ph type="body" sz="half" idx="4294967295"/>
          </p:nvPr>
        </p:nvSpPr>
        <p:spPr>
          <a:xfrm>
            <a:off x="401835" y="3105198"/>
            <a:ext cx="8340330" cy="2866803"/>
          </a:xfrm>
          <a:prstGeom prst="rect">
            <a:avLst/>
          </a:prstGeom>
        </p:spPr>
        <p:txBody>
          <a:bodyPr lIns="35718" tIns="35718" rIns="35718" bIns="35718"/>
          <a:lstStyle/>
          <a:p>
            <a:pPr marL="0" indent="0" defTabSz="410845">
              <a:spcBef>
                <a:spcPts val="0"/>
              </a:spcBef>
              <a:buSzTx/>
              <a:buNone/>
              <a:defRPr sz="4800">
                <a:latin typeface="Helvetica Neue Medium" panose="02000503000000020004"/>
                <a:ea typeface="Helvetica Neue Medium" panose="02000503000000020004"/>
                <a:cs typeface="Helvetica Neue Medium" panose="02000503000000020004"/>
                <a:sym typeface="Helvetica Neue Medium" panose="02000503000000020004"/>
              </a:defRPr>
            </a:pPr>
            <a:r>
              <a:rPr dirty="0"/>
              <a:t>Getting Started with AWS EC2</a:t>
            </a:r>
            <a:endParaRPr dirty="0"/>
          </a:p>
          <a:p>
            <a:pPr marL="0" indent="0" defTabSz="410845">
              <a:spcBef>
                <a:spcPts val="0"/>
              </a:spcBef>
              <a:buSzTx/>
              <a:buNone/>
              <a:defRPr sz="4200">
                <a:latin typeface="Helvetica Neue Light" panose="02000503000000020004"/>
                <a:ea typeface="Helvetica Neue Light" panose="02000503000000020004"/>
                <a:cs typeface="Helvetica Neue Light" panose="02000503000000020004"/>
                <a:sym typeface="Helvetica Neue Light" panose="02000503000000020004"/>
              </a:defRPr>
            </a:pPr>
            <a:endParaRPr dirty="0"/>
          </a:p>
        </p:txBody>
      </p:sp>
      <p:sp>
        <p:nvSpPr>
          <p:cNvPr id="6" name="Slides adapted from Dr. Hong Xu’s slides for CS 4296/5296 in CityU"/>
          <p:cNvSpPr txBox="1"/>
          <p:nvPr/>
        </p:nvSpPr>
        <p:spPr>
          <a:xfrm>
            <a:off x="2485212" y="5304342"/>
            <a:ext cx="1791970" cy="368300"/>
          </a:xfrm>
          <a:prstGeom prst="rect">
            <a:avLst/>
          </a:prstGeom>
          <a:ln w="12700">
            <a:miter lim="400000"/>
          </a:ln>
        </p:spPr>
        <p:txBody>
          <a:bodyPr wrap="none" lIns="45719" rIns="45719">
            <a:spAutoFit/>
          </a:bodyPr>
          <a:lstStyle>
            <a:lvl1pPr>
              <a:defRPr sz="1800">
                <a:uFill>
                  <a:solidFill>
                    <a:srgbClr val="000000"/>
                  </a:solidFill>
                </a:uFill>
              </a:defRPr>
            </a:lvl1pPr>
          </a:lstStyle>
          <a:p>
            <a:r>
              <a:rPr lang="en-US" dirty="0">
                <a:solidFill>
                  <a:schemeClr val="bg1">
                    <a:lumMod val="50000"/>
                  </a:schemeClr>
                </a:solidFill>
              </a:rPr>
              <a:t>TA: Yiyun Zheng</a:t>
            </a:r>
            <a:endParaRPr dirty="0">
              <a:solidFill>
                <a:schemeClr val="bg1">
                  <a:lumMod val="50000"/>
                </a:schemeClr>
              </a:solidFill>
            </a:endParaRPr>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Amazon Web Services (AWS)"/>
          <p:cNvSpPr txBox="1">
            <a:spLocks noGrp="1"/>
          </p:cNvSpPr>
          <p:nvPr>
            <p:ph type="title"/>
          </p:nvPr>
        </p:nvSpPr>
        <p:spPr>
          <a:xfrm>
            <a:off x="401835" y="556021"/>
            <a:ext cx="8340330" cy="982267"/>
          </a:xfrm>
          <a:prstGeom prst="rect">
            <a:avLst/>
          </a:prstGeom>
        </p:spPr>
        <p:txBody>
          <a:bodyPr/>
          <a:lstStyle/>
          <a:p>
            <a:r>
              <a:rPr b="1" dirty="0">
                <a:latin typeface="+mn-lt"/>
                <a:ea typeface="+mn-ea"/>
                <a:cs typeface="+mn-cs"/>
                <a:sym typeface="Helvetica Neue" panose="02000503000000020004"/>
              </a:rPr>
              <a:t>A</a:t>
            </a:r>
            <a:r>
              <a:rPr dirty="0"/>
              <a:t>mazon </a:t>
            </a:r>
            <a:r>
              <a:rPr b="1" dirty="0">
                <a:latin typeface="+mn-lt"/>
                <a:ea typeface="+mn-ea"/>
                <a:cs typeface="+mn-cs"/>
                <a:sym typeface="Helvetica Neue" panose="02000503000000020004"/>
              </a:rPr>
              <a:t>W</a:t>
            </a:r>
            <a:r>
              <a:rPr dirty="0"/>
              <a:t>eb </a:t>
            </a:r>
            <a:r>
              <a:rPr b="1" dirty="0">
                <a:latin typeface="+mn-lt"/>
                <a:ea typeface="+mn-ea"/>
                <a:cs typeface="+mn-cs"/>
                <a:sym typeface="Helvetica Neue" panose="02000503000000020004"/>
              </a:rPr>
              <a:t>S</a:t>
            </a:r>
            <a:r>
              <a:rPr dirty="0"/>
              <a:t>ervices (AWS)</a:t>
            </a:r>
            <a:endParaRPr dirty="0"/>
          </a:p>
        </p:txBody>
      </p:sp>
      <p:sp>
        <p:nvSpPr>
          <p:cNvPr id="102" name="连按此项以编辑"/>
          <p:cNvSpPr txBox="1">
            <a:spLocks noGrp="1"/>
          </p:cNvSpPr>
          <p:nvPr>
            <p:ph type="body" idx="1"/>
          </p:nvPr>
        </p:nvSpPr>
        <p:spPr>
          <a:prstGeom prst="rect">
            <a:avLst/>
          </a:prstGeom>
        </p:spPr>
        <p:txBody>
          <a:bodyPr/>
          <a:lstStyle/>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pic>
        <p:nvPicPr>
          <p:cNvPr id="4" name="Picture 3" descr="Screenshot 2026-09-10 at 3.11.56 PM"/>
          <p:cNvPicPr>
            <a:picLocks noChangeAspect="1"/>
          </p:cNvPicPr>
          <p:nvPr/>
        </p:nvPicPr>
        <p:blipFill>
          <a:blip r:embed="rId1"/>
          <a:stretch>
            <a:fillRect/>
          </a:stretch>
        </p:blipFill>
        <p:spPr>
          <a:xfrm>
            <a:off x="0" y="1538605"/>
            <a:ext cx="9144000" cy="4254500"/>
          </a:xfrm>
          <a:prstGeom prst="rect">
            <a:avLst/>
          </a:prstGeom>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What is EC2?"/>
          <p:cNvSpPr txBox="1">
            <a:spLocks noGrp="1"/>
          </p:cNvSpPr>
          <p:nvPr>
            <p:ph type="title"/>
          </p:nvPr>
        </p:nvSpPr>
        <p:spPr>
          <a:prstGeom prst="rect">
            <a:avLst/>
          </a:prstGeom>
        </p:spPr>
        <p:txBody>
          <a:bodyPr>
            <a:normAutofit/>
          </a:bodyPr>
          <a:lstStyle/>
          <a:p>
            <a:r>
              <a:t>What is EC2?</a:t>
            </a:r>
          </a:p>
        </p:txBody>
      </p:sp>
      <p:sp>
        <p:nvSpPr>
          <p:cNvPr id="108" name="“Amazon Elastic Compute Cloud (Amazon EC2) is a web service that enables you to launch and manage Linux/Unix and windows server instances in Amazon's data centers.”…"/>
          <p:cNvSpPr txBox="1">
            <a:spLocks noGrp="1"/>
          </p:cNvSpPr>
          <p:nvPr>
            <p:ph type="body" idx="1"/>
          </p:nvPr>
        </p:nvSpPr>
        <p:spPr>
          <a:prstGeom prst="rect">
            <a:avLst/>
          </a:prstGeom>
        </p:spPr>
        <p:txBody>
          <a:bodyPr/>
          <a:lstStyle/>
          <a:p>
            <a:r>
              <a:rPr dirty="0"/>
              <a:t>“Amazon Elastic Compute Cloud (Amazon EC2) is a web service that enables you to launch and manage Linux/Unix and windows server instances in Amazon's data centers.”</a:t>
            </a:r>
            <a:endParaRPr dirty="0"/>
          </a:p>
          <a:p>
            <a:r>
              <a:rPr dirty="0"/>
              <a:t>EC2 is part of Amazon’s “pay per use” web services for software development</a:t>
            </a:r>
            <a:endParaRPr dirty="0"/>
          </a:p>
        </p:txBody>
      </p:sp>
      <p:pic>
        <p:nvPicPr>
          <p:cNvPr id="109" name="EC2.png" descr="EC2.png"/>
          <p:cNvPicPr>
            <a:picLocks noChangeAspect="1"/>
          </p:cNvPicPr>
          <p:nvPr/>
        </p:nvPicPr>
        <p:blipFill>
          <a:blip r:embed="rId1"/>
          <a:stretch>
            <a:fillRect/>
          </a:stretch>
        </p:blipFill>
        <p:spPr>
          <a:xfrm>
            <a:off x="7991293" y="218175"/>
            <a:ext cx="730251" cy="731839"/>
          </a:xfrm>
          <a:prstGeom prst="rect">
            <a:avLst/>
          </a:prstGeom>
          <a:ln w="12700">
            <a:miter lim="400000"/>
            <a:headEnd/>
            <a:tailEnd/>
          </a:ln>
        </p:spPr>
      </p:pic>
      <p:sp>
        <p:nvSpPr>
          <p:cNvPr id="110" name="Amazon EC2"/>
          <p:cNvSpPr txBox="1"/>
          <p:nvPr/>
        </p:nvSpPr>
        <p:spPr>
          <a:xfrm>
            <a:off x="7938906" y="1092888"/>
            <a:ext cx="836613" cy="135546"/>
          </a:xfrm>
          <a:prstGeom prst="rect">
            <a:avLst/>
          </a:prstGeom>
          <a:ln w="12700">
            <a:miter lim="400000"/>
          </a:ln>
        </p:spPr>
        <p:txBody>
          <a:bodyPr lIns="0" tIns="0" rIns="0" bIns="0">
            <a:spAutoFit/>
          </a:bodyPr>
          <a:lstStyle>
            <a:lvl1pPr algn="ctr">
              <a:defRPr sz="1000"/>
            </a:lvl1pPr>
          </a:lstStyle>
          <a:p>
            <a:pPr>
              <a:defRPr sz="1800"/>
            </a:pPr>
            <a:r>
              <a:rPr sz="1000"/>
              <a:t>Amazon EC2</a:t>
            </a:r>
            <a:endParaRPr sz="1000"/>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Outline"/>
          <p:cNvSpPr txBox="1">
            <a:spLocks noGrp="1"/>
          </p:cNvSpPr>
          <p:nvPr>
            <p:ph type="title"/>
          </p:nvPr>
        </p:nvSpPr>
        <p:spPr>
          <a:prstGeom prst="rect">
            <a:avLst/>
          </a:prstGeom>
        </p:spPr>
        <p:txBody>
          <a:bodyPr/>
          <a:lstStyle/>
          <a:p>
            <a:r>
              <a:rPr dirty="0"/>
              <a:t>Outline</a:t>
            </a:r>
            <a:endParaRPr dirty="0"/>
          </a:p>
        </p:txBody>
      </p:sp>
      <p:sp>
        <p:nvSpPr>
          <p:cNvPr id="113" name="Create an AWS Account…"/>
          <p:cNvSpPr txBox="1">
            <a:spLocks noGrp="1"/>
          </p:cNvSpPr>
          <p:nvPr>
            <p:ph type="body" idx="1"/>
          </p:nvPr>
        </p:nvSpPr>
        <p:spPr>
          <a:prstGeom prst="rect">
            <a:avLst/>
          </a:prstGeom>
        </p:spPr>
        <p:txBody>
          <a:bodyPr/>
          <a:lstStyle/>
          <a:p>
            <a:pPr>
              <a:defRPr>
                <a:solidFill>
                  <a:srgbClr val="FF2600"/>
                </a:solidFill>
              </a:defRPr>
            </a:pPr>
            <a:r>
              <a:rPr dirty="0"/>
              <a:t>Create an AWS Account</a:t>
            </a:r>
            <a:endParaRPr dirty="0"/>
          </a:p>
          <a:p>
            <a:r>
              <a:rPr dirty="0"/>
              <a:t>Launch an EC2 Instance</a:t>
            </a:r>
            <a:endParaRPr dirty="0"/>
          </a:p>
          <a:p>
            <a:r>
              <a:rPr dirty="0"/>
              <a:t>Connect to </a:t>
            </a:r>
            <a:r>
              <a:rPr lang="en-US" dirty="0"/>
              <a:t>an </a:t>
            </a:r>
            <a:r>
              <a:rPr dirty="0"/>
              <a:t>EC2 Instance</a:t>
            </a:r>
            <a:endParaRPr dirty="0"/>
          </a:p>
          <a:p>
            <a:r>
              <a:rPr lang="en-US" dirty="0"/>
              <a:t>Stop</a:t>
            </a:r>
            <a:r>
              <a:rPr dirty="0"/>
              <a:t> an </a:t>
            </a:r>
            <a:r>
              <a:rPr lang="en-US" dirty="0"/>
              <a:t>EC2 </a:t>
            </a:r>
            <a:r>
              <a:rPr dirty="0"/>
              <a:t>Instance</a:t>
            </a:r>
            <a:endParaRPr dirty="0"/>
          </a:p>
        </p:txBody>
      </p:sp>
      <p:sp>
        <p:nvSpPr>
          <p:cNvPr id="2" name="Slide Number Placeholder 1"/>
          <p:cNvSpPr>
            <a:spLocks noGrp="1"/>
          </p:cNvSpPr>
          <p:nvPr>
            <p:ph type="sldNum" sz="quarter" idx="2"/>
          </p:nvPr>
        </p:nvSpPr>
        <p:spPr/>
        <p:txBody>
          <a:bodyPr>
            <a:normAutofit lnSpcReduction="10000"/>
          </a:bodyPr>
          <a:lstStyle/>
          <a:p>
            <a:fld id="{86CB4B4D-7CA3-9044-876B-883B54F8677D}" type="slidenum">
              <a:rPr lang="en-US" smtClean="0"/>
            </a:fld>
            <a:endParaRPr lang="en-US"/>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What is EC2?"/>
          <p:cNvSpPr txBox="1">
            <a:spLocks noGrp="1"/>
          </p:cNvSpPr>
          <p:nvPr>
            <p:ph type="title"/>
          </p:nvPr>
        </p:nvSpPr>
        <p:spPr>
          <a:prstGeom prst="rect">
            <a:avLst/>
          </a:prstGeom>
        </p:spPr>
        <p:txBody>
          <a:bodyPr>
            <a:normAutofit fontScale="90000"/>
          </a:bodyPr>
          <a:lstStyle/>
          <a:p>
            <a:r>
              <a:rPr lang="en-US" dirty="0"/>
              <a:t>I am Going to Introduce 2 Ways</a:t>
            </a:r>
            <a:endParaRPr dirty="0"/>
          </a:p>
        </p:txBody>
      </p:sp>
      <p:sp>
        <p:nvSpPr>
          <p:cNvPr id="108" name="“Amazon Elastic Compute Cloud (Amazon EC2) is a web service that enables you to launch and manage Linux/Unix and windows server instances in Amazon's data centers.”…"/>
          <p:cNvSpPr txBox="1">
            <a:spLocks noGrp="1"/>
          </p:cNvSpPr>
          <p:nvPr>
            <p:ph type="body" idx="1"/>
          </p:nvPr>
        </p:nvSpPr>
        <p:spPr>
          <a:xfrm>
            <a:off x="401835" y="1634132"/>
            <a:ext cx="8232388" cy="4589861"/>
          </a:xfrm>
          <a:prstGeom prst="rect">
            <a:avLst/>
          </a:prstGeom>
        </p:spPr>
        <p:txBody>
          <a:bodyPr/>
          <a:lstStyle/>
          <a:p>
            <a:r>
              <a:rPr lang="en-US" dirty="0"/>
              <a:t>Way 1: Get started with a Classroom Account</a:t>
            </a:r>
            <a:endParaRPr lang="en-US" dirty="0"/>
          </a:p>
          <a:p>
            <a:pPr lvl="1"/>
            <a:r>
              <a:rPr lang="en-US" dirty="0"/>
              <a:t>Every student gets $50 USD credits in this course</a:t>
            </a:r>
            <a:endParaRPr lang="en-US" dirty="0"/>
          </a:p>
          <a:p>
            <a:pPr lvl="1"/>
            <a:r>
              <a:rPr lang="en-US" dirty="0"/>
              <a:t>Activate educate account via invitation link from the instructor</a:t>
            </a:r>
            <a:endParaRPr lang="en-US" dirty="0"/>
          </a:p>
          <a:p>
            <a:r>
              <a:rPr lang="en-US" dirty="0"/>
              <a:t>Way 2: Get started with a normal account</a:t>
            </a:r>
            <a:endParaRPr lang="en-US" dirty="0"/>
          </a:p>
          <a:p>
            <a:pPr lvl="1"/>
            <a:r>
              <a:rPr lang="en-US" dirty="0"/>
              <a:t>If some services are not supported by AWS Educate Program</a:t>
            </a:r>
            <a:endParaRPr lang="en-US" dirty="0"/>
          </a:p>
          <a:p>
            <a:pPr lvl="1"/>
            <a:r>
              <a:rPr lang="en-US" dirty="0"/>
              <a:t>If the $50 USD credits have been run out of</a:t>
            </a:r>
            <a:endParaRPr lang="en-US" dirty="0"/>
          </a:p>
          <a:p>
            <a:pPr lvl="1"/>
            <a:r>
              <a:rPr lang="en-US" dirty="0"/>
              <a:t>...</a:t>
            </a:r>
            <a:endParaRPr lang="en-US" dirty="0"/>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Select “Basic Plan”"/>
          <p:cNvSpPr txBox="1"/>
          <p:nvPr/>
        </p:nvSpPr>
        <p:spPr>
          <a:xfrm>
            <a:off x="3698344" y="794916"/>
            <a:ext cx="5169877" cy="369332"/>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lvl1pPr>
              <a:defRPr sz="1800">
                <a:solidFill>
                  <a:srgbClr val="FF2600"/>
                </a:solidFill>
              </a:defRPr>
            </a:lvl1pPr>
          </a:lstStyle>
          <a:p>
            <a:r>
              <a:rPr lang="en-US" dirty="0"/>
              <a:t>After receiving this email, just click on the link</a:t>
            </a:r>
            <a:endParaRPr dirty="0"/>
          </a:p>
        </p:txBody>
      </p:sp>
      <p:sp>
        <p:nvSpPr>
          <p:cNvPr id="9" name="Rectangle 8"/>
          <p:cNvSpPr/>
          <p:nvPr/>
        </p:nvSpPr>
        <p:spPr>
          <a:xfrm>
            <a:off x="252333" y="189258"/>
            <a:ext cx="8158003" cy="461665"/>
          </a:xfrm>
          <a:prstGeom prst="rect">
            <a:avLst/>
          </a:prstGeom>
        </p:spPr>
        <p:txBody>
          <a:bodyPr wrap="none">
            <a:spAutoFit/>
          </a:bodyPr>
          <a:lstStyle/>
          <a:p>
            <a:r>
              <a:rPr lang="en-US" dirty="0"/>
              <a:t>Get Started with a Classroom Account in Amazon Educate</a:t>
            </a:r>
            <a:endParaRPr lang="en-US" dirty="0"/>
          </a:p>
        </p:txBody>
      </p:sp>
      <p:sp>
        <p:nvSpPr>
          <p:cNvPr id="4" name="Slide Number Placeholder 3"/>
          <p:cNvSpPr>
            <a:spLocks noGrp="1"/>
          </p:cNvSpPr>
          <p:nvPr>
            <p:ph type="sldNum" sz="quarter" idx="2"/>
          </p:nvPr>
        </p:nvSpPr>
        <p:spPr/>
        <p:txBody>
          <a:bodyPr/>
          <a:lstStyle/>
          <a:p>
            <a:fld id="{86CB4B4D-7CA3-9044-876B-883B54F8677D}" type="slidenum">
              <a:rPr lang="en-US" smtClean="0"/>
            </a:fld>
            <a:endParaRPr lang="en-US"/>
          </a:p>
        </p:txBody>
      </p:sp>
      <p:pic>
        <p:nvPicPr>
          <p:cNvPr id="2" name="Picture 1" descr="Screenshot 2026-09-10 at 3.12.49 PM"/>
          <p:cNvPicPr>
            <a:picLocks noChangeAspect="1"/>
          </p:cNvPicPr>
          <p:nvPr/>
        </p:nvPicPr>
        <p:blipFill>
          <a:blip r:embed="rId1"/>
          <a:stretch>
            <a:fillRect/>
          </a:stretch>
        </p:blipFill>
        <p:spPr>
          <a:xfrm>
            <a:off x="1188085" y="1418590"/>
            <a:ext cx="6286500" cy="4305300"/>
          </a:xfrm>
          <a:prstGeom prst="rect">
            <a:avLst/>
          </a:prstGeom>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
        <p:nvSpPr>
          <p:cNvPr id="4" name="Select “Basic Plan”"/>
          <p:cNvSpPr txBox="1"/>
          <p:nvPr/>
        </p:nvSpPr>
        <p:spPr>
          <a:xfrm>
            <a:off x="2743200" y="444818"/>
            <a:ext cx="5943600" cy="369332"/>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lvl1pPr>
              <a:defRPr sz="1800">
                <a:solidFill>
                  <a:srgbClr val="FF2600"/>
                </a:solidFill>
              </a:defRPr>
            </a:lvl1pPr>
          </a:lstStyle>
          <a:p>
            <a:r>
              <a:rPr lang="en-US" dirty="0"/>
              <a:t>You are supposed to see AWS Academy homepage</a:t>
            </a:r>
            <a:endParaRPr dirty="0"/>
          </a:p>
        </p:txBody>
      </p:sp>
      <p:pic>
        <p:nvPicPr>
          <p:cNvPr id="5" name="Picture 4" descr="Screenshot 2026-09-10 at 11.37.32 AM"/>
          <p:cNvPicPr>
            <a:picLocks noChangeAspect="1"/>
          </p:cNvPicPr>
          <p:nvPr/>
        </p:nvPicPr>
        <p:blipFill>
          <a:blip r:embed="rId1"/>
          <a:stretch>
            <a:fillRect/>
          </a:stretch>
        </p:blipFill>
        <p:spPr>
          <a:xfrm>
            <a:off x="0" y="1403350"/>
            <a:ext cx="9144000" cy="4468495"/>
          </a:xfrm>
          <a:prstGeom prst="rect">
            <a:avLst/>
          </a:prstGeom>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pic>
        <p:nvPicPr>
          <p:cNvPr id="4" name="Picture 3"/>
          <p:cNvPicPr>
            <a:picLocks noChangeAspect="1"/>
          </p:cNvPicPr>
          <p:nvPr/>
        </p:nvPicPr>
        <p:blipFill>
          <a:blip r:embed="rId1"/>
          <a:stretch>
            <a:fillRect/>
          </a:stretch>
        </p:blipFill>
        <p:spPr>
          <a:xfrm>
            <a:off x="457200" y="541884"/>
            <a:ext cx="7772400" cy="5774232"/>
          </a:xfrm>
          <a:prstGeom prst="rect">
            <a:avLst/>
          </a:prstGeom>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
        <p:nvSpPr>
          <p:cNvPr id="5" name="Select “Basic Plan”"/>
          <p:cNvSpPr txBox="1"/>
          <p:nvPr/>
        </p:nvSpPr>
        <p:spPr>
          <a:xfrm>
            <a:off x="115449" y="471062"/>
            <a:ext cx="4572001" cy="646331"/>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lvl1pPr>
              <a:defRPr sz="1800">
                <a:solidFill>
                  <a:srgbClr val="FF2600"/>
                </a:solidFill>
              </a:defRPr>
            </a:lvl1pPr>
          </a:lstStyle>
          <a:p>
            <a:r>
              <a:rPr lang="en-US" dirty="0"/>
              <a:t>Under </a:t>
            </a:r>
            <a:r>
              <a:rPr lang="en-US" i="1" dirty="0"/>
              <a:t>Module – Launch learner lab</a:t>
            </a:r>
            <a:r>
              <a:rPr lang="en-US" dirty="0"/>
              <a:t>, you can start the lab sandbox for AWS services.</a:t>
            </a:r>
            <a:endParaRPr dirty="0"/>
          </a:p>
        </p:txBody>
      </p:sp>
      <p:sp>
        <p:nvSpPr>
          <p:cNvPr id="6" name="Select “Basic Plan”"/>
          <p:cNvSpPr txBox="1"/>
          <p:nvPr/>
        </p:nvSpPr>
        <p:spPr>
          <a:xfrm>
            <a:off x="115871" y="4675503"/>
            <a:ext cx="7612144" cy="646331"/>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lvl1pPr>
              <a:defRPr sz="1800">
                <a:solidFill>
                  <a:srgbClr val="FF2600"/>
                </a:solidFill>
              </a:defRPr>
            </a:lvl1pPr>
          </a:lstStyle>
          <a:p>
            <a:r>
              <a:rPr lang="en-US" dirty="0"/>
              <a:t>”green” means the lab is on; “red” means the lab is off.</a:t>
            </a:r>
            <a:br>
              <a:rPr lang="en-US" dirty="0"/>
            </a:br>
            <a:r>
              <a:rPr lang="en-US" dirty="0"/>
              <a:t>Once the lab is on, click “AWS” then is directs you to AWS home console.</a:t>
            </a:r>
            <a:endParaRPr dirty="0"/>
          </a:p>
        </p:txBody>
      </p:sp>
      <p:pic>
        <p:nvPicPr>
          <p:cNvPr id="3" name="Picture 2" descr="Screenshot 2026-09-10 at 3.14.31 PM"/>
          <p:cNvPicPr>
            <a:picLocks noChangeAspect="1"/>
          </p:cNvPicPr>
          <p:nvPr/>
        </p:nvPicPr>
        <p:blipFill>
          <a:blip r:embed="rId1"/>
          <a:stretch>
            <a:fillRect/>
          </a:stretch>
        </p:blipFill>
        <p:spPr>
          <a:xfrm>
            <a:off x="0" y="1868170"/>
            <a:ext cx="9144000" cy="2383155"/>
          </a:xfrm>
          <a:prstGeom prst="rect">
            <a:avLst/>
          </a:prstGeom>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creenshot 2026-09-10 at 11.55.06 AM"/>
          <p:cNvPicPr>
            <a:picLocks noChangeAspect="1"/>
          </p:cNvPicPr>
          <p:nvPr/>
        </p:nvPicPr>
        <p:blipFill>
          <a:blip r:embed="rId1"/>
          <a:stretch>
            <a:fillRect/>
          </a:stretch>
        </p:blipFill>
        <p:spPr>
          <a:xfrm>
            <a:off x="0" y="743585"/>
            <a:ext cx="9144000" cy="3751580"/>
          </a:xfrm>
          <a:prstGeom prst="rect">
            <a:avLst/>
          </a:prstGeom>
        </p:spPr>
      </p:pic>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
        <p:nvSpPr>
          <p:cNvPr id="4" name="线条"/>
          <p:cNvSpPr/>
          <p:nvPr/>
        </p:nvSpPr>
        <p:spPr>
          <a:xfrm flipH="1" flipV="1">
            <a:off x="4024630" y="2318385"/>
            <a:ext cx="1094740" cy="3662045"/>
          </a:xfrm>
          <a:prstGeom prst="line">
            <a:avLst/>
          </a:prstGeom>
          <a:ln w="25400">
            <a:solidFill>
              <a:srgbClr val="FF2600"/>
            </a:solidFill>
            <a:bevel/>
            <a:tailEnd type="triangle"/>
          </a:ln>
          <a:effectLst>
            <a:outerShdw blurRad="38100" dist="20000" dir="5400000" rotWithShape="0">
              <a:srgbClr val="000000">
                <a:alpha val="38000"/>
              </a:srgbClr>
            </a:outerShdw>
          </a:effectLst>
        </p:spPr>
        <p:txBody>
          <a:bodyPr lIns="45719" rIns="45719"/>
          <a:lstStyle/>
          <a:p>
            <a:pPr defTabSz="457200">
              <a:defRPr sz="1200">
                <a:latin typeface="+mj-lt"/>
                <a:ea typeface="+mj-ea"/>
                <a:cs typeface="+mj-cs"/>
                <a:sym typeface="Helvetica"/>
              </a:defRPr>
            </a:pPr>
          </a:p>
        </p:txBody>
      </p:sp>
      <p:sp>
        <p:nvSpPr>
          <p:cNvPr id="5" name="Select “Basic Plan”"/>
          <p:cNvSpPr txBox="1"/>
          <p:nvPr/>
        </p:nvSpPr>
        <p:spPr>
          <a:xfrm>
            <a:off x="1934230" y="6053810"/>
            <a:ext cx="4970662" cy="646331"/>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lvl1pPr>
              <a:defRPr sz="1800">
                <a:solidFill>
                  <a:srgbClr val="FF2600"/>
                </a:solidFill>
              </a:defRPr>
            </a:lvl1pPr>
          </a:lstStyle>
          <a:p>
            <a:r>
              <a:rPr lang="en-US" dirty="0"/>
              <a:t>e.g., EC2 is the service that we will talk about later</a:t>
            </a:r>
            <a:endParaRPr dirty="0"/>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creenshot 2026-09-10 at 11.41.32 AM"/>
          <p:cNvPicPr>
            <a:picLocks noChangeAspect="1"/>
          </p:cNvPicPr>
          <p:nvPr/>
        </p:nvPicPr>
        <p:blipFill>
          <a:blip r:embed="rId1"/>
          <a:stretch>
            <a:fillRect/>
          </a:stretch>
        </p:blipFill>
        <p:spPr>
          <a:xfrm>
            <a:off x="0" y="1021080"/>
            <a:ext cx="9144000" cy="3591560"/>
          </a:xfrm>
          <a:prstGeom prst="rect">
            <a:avLst/>
          </a:prstGeom>
        </p:spPr>
      </p:pic>
      <p:sp>
        <p:nvSpPr>
          <p:cNvPr id="116" name="Click here."/>
          <p:cNvSpPr txBox="1"/>
          <p:nvPr/>
        </p:nvSpPr>
        <p:spPr>
          <a:xfrm>
            <a:off x="7127255" y="244760"/>
            <a:ext cx="1118253" cy="369332"/>
          </a:xfrm>
          <a:prstGeom prst="rect">
            <a:avLst/>
          </a:prstGeom>
          <a:ln w="12700">
            <a:miter lim="400000"/>
          </a:ln>
          <a:effectLst>
            <a:outerShdw blurRad="38100" dist="20000" dir="5400000" rotWithShape="0">
              <a:srgbClr val="000000">
                <a:alpha val="38000"/>
              </a:srgbClr>
            </a:outerShdw>
          </a:effectLst>
        </p:spPr>
        <p:txBody>
          <a:bodyPr wrap="none" lIns="45719" rIns="45719">
            <a:spAutoFit/>
          </a:bodyPr>
          <a:lstStyle>
            <a:lvl1pPr>
              <a:defRPr sz="1800">
                <a:solidFill>
                  <a:srgbClr val="FF2600"/>
                </a:solidFill>
              </a:defRPr>
            </a:lvl1pPr>
          </a:lstStyle>
          <a:p>
            <a:r>
              <a:rPr dirty="0"/>
              <a:t>Click here</a:t>
            </a:r>
            <a:endParaRPr dirty="0"/>
          </a:p>
        </p:txBody>
      </p:sp>
      <p:sp>
        <p:nvSpPr>
          <p:cNvPr id="117" name="线条"/>
          <p:cNvSpPr/>
          <p:nvPr/>
        </p:nvSpPr>
        <p:spPr>
          <a:xfrm>
            <a:off x="7719237" y="595422"/>
            <a:ext cx="393405" cy="808076"/>
          </a:xfrm>
          <a:prstGeom prst="line">
            <a:avLst/>
          </a:prstGeom>
          <a:ln w="25400">
            <a:solidFill>
              <a:srgbClr val="FF2600"/>
            </a:solidFill>
            <a:bevel/>
            <a:tailEnd type="triangle"/>
          </a:ln>
          <a:effectLst>
            <a:outerShdw blurRad="38100" dist="20000" dir="5400000" rotWithShape="0">
              <a:srgbClr val="000000">
                <a:alpha val="38000"/>
              </a:srgbClr>
            </a:outerShdw>
          </a:effectLst>
        </p:spPr>
        <p:txBody>
          <a:bodyPr lIns="45719" rIns="45719"/>
          <a:lstStyle/>
          <a:p>
            <a:pPr defTabSz="457200">
              <a:defRPr sz="1200">
                <a:latin typeface="+mj-lt"/>
                <a:ea typeface="+mj-ea"/>
                <a:cs typeface="+mj-cs"/>
                <a:sym typeface="Helvetica"/>
              </a:defRPr>
            </a:pPr>
          </a:p>
        </p:txBody>
      </p:sp>
      <p:sp>
        <p:nvSpPr>
          <p:cNvPr id="4" name="Rectangle 3"/>
          <p:cNvSpPr/>
          <p:nvPr/>
        </p:nvSpPr>
        <p:spPr>
          <a:xfrm>
            <a:off x="252333" y="189258"/>
            <a:ext cx="6750566" cy="461665"/>
          </a:xfrm>
          <a:prstGeom prst="rect">
            <a:avLst/>
          </a:prstGeom>
        </p:spPr>
        <p:txBody>
          <a:bodyPr wrap="none">
            <a:spAutoFit/>
          </a:bodyPr>
          <a:lstStyle/>
          <a:p>
            <a:r>
              <a:rPr lang="en-US" dirty="0"/>
              <a:t>Way 2: Get Started with a Normal AWS Account</a:t>
            </a:r>
            <a:endParaRPr lang="en-US" dirty="0"/>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
        <p:nvSpPr>
          <p:cNvPr id="7" name="Text Box 6"/>
          <p:cNvSpPr txBox="1"/>
          <p:nvPr/>
        </p:nvSpPr>
        <p:spPr>
          <a:xfrm>
            <a:off x="506730" y="4686935"/>
            <a:ext cx="4572000" cy="459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kumimoji="0" lang="en-US" altLang="en-US" sz="2400" b="0" i="0" u="none" strike="noStrike" cap="none" spc="0" normalizeH="0" baseline="0">
                <a:ln>
                  <a:noFill/>
                </a:ln>
                <a:solidFill>
                  <a:srgbClr val="000000"/>
                </a:solidFill>
                <a:effectLst/>
                <a:uFillTx/>
                <a:latin typeface="Arial" panose="020B0604020202090204"/>
                <a:ea typeface="Arial" panose="020B0604020202090204"/>
                <a:cs typeface="Arial" panose="020B0604020202090204"/>
                <a:sym typeface="Arial" panose="020B0604020202090204"/>
              </a:rPr>
              <a:t>https://aws.amazon.com/</a:t>
            </a:r>
            <a:endParaRPr kumimoji="0" lang="en-US" sz="2400" b="0" i="0" u="none" strike="noStrike" cap="none" spc="0" normalizeH="0" baseline="0">
              <a:ln>
                <a:noFill/>
              </a:ln>
              <a:solidFill>
                <a:srgbClr val="000000"/>
              </a:solidFill>
              <a:effectLst/>
              <a:uFillTx/>
              <a:latin typeface="Arial" panose="020B0604020202090204"/>
              <a:ea typeface="Arial" panose="020B0604020202090204"/>
              <a:cs typeface="Arial" panose="020B0604020202090204"/>
              <a:sym typeface="Arial" panose="020B0604020202090204"/>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
        <p:nvSpPr>
          <p:cNvPr id="8" name="Rectangle 7"/>
          <p:cNvSpPr/>
          <p:nvPr/>
        </p:nvSpPr>
        <p:spPr>
          <a:xfrm>
            <a:off x="252333" y="189258"/>
            <a:ext cx="5708614" cy="461665"/>
          </a:xfrm>
          <a:prstGeom prst="rect">
            <a:avLst/>
          </a:prstGeom>
        </p:spPr>
        <p:txBody>
          <a:bodyPr wrap="none">
            <a:spAutoFit/>
          </a:bodyPr>
          <a:lstStyle/>
          <a:p>
            <a:r>
              <a:rPr lang="en-US" dirty="0"/>
              <a:t>Get Started with a Normal AWS Account</a:t>
            </a:r>
            <a:endParaRPr lang="en-US" dirty="0"/>
          </a:p>
        </p:txBody>
      </p:sp>
      <p:pic>
        <p:nvPicPr>
          <p:cNvPr id="3" name="Picture 2" descr="Screenshot 2026-09-10 at 11.45.44 AM"/>
          <p:cNvPicPr>
            <a:picLocks noChangeAspect="1"/>
          </p:cNvPicPr>
          <p:nvPr/>
        </p:nvPicPr>
        <p:blipFill>
          <a:blip r:embed="rId1"/>
          <a:stretch>
            <a:fillRect/>
          </a:stretch>
        </p:blipFill>
        <p:spPr>
          <a:xfrm>
            <a:off x="328295" y="872490"/>
            <a:ext cx="7068820" cy="5770245"/>
          </a:xfrm>
          <a:prstGeom prst="rect">
            <a:avLst/>
          </a:prstGeom>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6-09-10 at 11.47.26 AM"/>
          <p:cNvPicPr>
            <a:picLocks noChangeAspect="1"/>
          </p:cNvPicPr>
          <p:nvPr/>
        </p:nvPicPr>
        <p:blipFill>
          <a:blip r:embed="rId1"/>
          <a:stretch>
            <a:fillRect/>
          </a:stretch>
        </p:blipFill>
        <p:spPr>
          <a:xfrm>
            <a:off x="1052830" y="1356995"/>
            <a:ext cx="7038975" cy="4970145"/>
          </a:xfrm>
          <a:prstGeom prst="rect">
            <a:avLst/>
          </a:prstGeom>
        </p:spPr>
      </p:pic>
      <p:sp>
        <p:nvSpPr>
          <p:cNvPr id="144" name="线条"/>
          <p:cNvSpPr/>
          <p:nvPr/>
        </p:nvSpPr>
        <p:spPr>
          <a:xfrm>
            <a:off x="1712968" y="3428818"/>
            <a:ext cx="427763" cy="194490"/>
          </a:xfrm>
          <a:prstGeom prst="line">
            <a:avLst/>
          </a:prstGeom>
          <a:ln w="25400">
            <a:solidFill>
              <a:srgbClr val="FF2600"/>
            </a:solidFill>
            <a:bevel/>
            <a:tailEnd type="triangle"/>
          </a:ln>
          <a:effectLst>
            <a:outerShdw blurRad="38100" dist="20000" dir="5400000" rotWithShape="0">
              <a:srgbClr val="000000">
                <a:alpha val="38000"/>
              </a:srgbClr>
            </a:outerShdw>
          </a:effectLst>
        </p:spPr>
        <p:txBody>
          <a:bodyPr lIns="45719" rIns="45719"/>
          <a:lstStyle/>
          <a:p>
            <a:pPr defTabSz="457200">
              <a:defRPr sz="1200">
                <a:latin typeface="+mj-lt"/>
                <a:ea typeface="+mj-ea"/>
                <a:cs typeface="+mj-cs"/>
                <a:sym typeface="Helvetica"/>
              </a:defRPr>
            </a:pPr>
          </a:p>
        </p:txBody>
      </p:sp>
      <p:sp>
        <p:nvSpPr>
          <p:cNvPr id="145" name="Select “Basic Plan”"/>
          <p:cNvSpPr txBox="1"/>
          <p:nvPr/>
        </p:nvSpPr>
        <p:spPr>
          <a:xfrm>
            <a:off x="57883" y="2874015"/>
            <a:ext cx="2083115" cy="645160"/>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lvl1pPr>
              <a:defRPr sz="1800">
                <a:solidFill>
                  <a:srgbClr val="FF2600"/>
                </a:solidFill>
              </a:defRPr>
            </a:lvl1pPr>
          </a:lstStyle>
          <a:p>
            <a:r>
              <a:rPr dirty="0"/>
              <a:t>Select “</a:t>
            </a:r>
            <a:r>
              <a:rPr lang="en-US" dirty="0"/>
              <a:t>Free </a:t>
            </a:r>
            <a:r>
              <a:rPr dirty="0"/>
              <a:t>Plan”</a:t>
            </a:r>
            <a:endParaRPr lang="en-US" dirty="0"/>
          </a:p>
          <a:p>
            <a:r>
              <a:rPr lang="en-US" dirty="0"/>
              <a:t>and complete!</a:t>
            </a:r>
            <a:endParaRPr dirty="0"/>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
        <p:nvSpPr>
          <p:cNvPr id="8" name="Rectangle 7"/>
          <p:cNvSpPr/>
          <p:nvPr/>
        </p:nvSpPr>
        <p:spPr>
          <a:xfrm>
            <a:off x="252333" y="189258"/>
            <a:ext cx="5708614" cy="461665"/>
          </a:xfrm>
          <a:prstGeom prst="rect">
            <a:avLst/>
          </a:prstGeom>
        </p:spPr>
        <p:txBody>
          <a:bodyPr wrap="none">
            <a:spAutoFit/>
          </a:bodyPr>
          <a:lstStyle/>
          <a:p>
            <a:r>
              <a:rPr lang="en-US" dirty="0"/>
              <a:t>Get Started with a Normal AWS Account</a:t>
            </a:r>
            <a:endParaRPr lang="en-US" dirty="0"/>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2026-09-10 at 11.55.06 AM"/>
          <p:cNvPicPr>
            <a:picLocks noChangeAspect="1"/>
          </p:cNvPicPr>
          <p:nvPr/>
        </p:nvPicPr>
        <p:blipFill>
          <a:blip r:embed="rId1"/>
          <a:stretch>
            <a:fillRect/>
          </a:stretch>
        </p:blipFill>
        <p:spPr>
          <a:xfrm>
            <a:off x="0" y="1348105"/>
            <a:ext cx="9144000" cy="3751580"/>
          </a:xfrm>
          <a:prstGeom prst="rect">
            <a:avLst/>
          </a:prstGeom>
        </p:spPr>
      </p:pic>
      <p:sp>
        <p:nvSpPr>
          <p:cNvPr id="145" name="Select “Basic Plan”"/>
          <p:cNvSpPr txBox="1"/>
          <p:nvPr/>
        </p:nvSpPr>
        <p:spPr>
          <a:xfrm>
            <a:off x="252094" y="650957"/>
            <a:ext cx="4572001" cy="369332"/>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lvl1pPr>
              <a:defRPr sz="1800">
                <a:solidFill>
                  <a:srgbClr val="FF2600"/>
                </a:solidFill>
              </a:defRPr>
            </a:lvl1pPr>
          </a:lstStyle>
          <a:p>
            <a:r>
              <a:rPr lang="en-US" dirty="0"/>
              <a:t>Finish! You may explore the console now...</a:t>
            </a:r>
            <a:endParaRPr dirty="0"/>
          </a:p>
        </p:txBody>
      </p:sp>
      <p:sp>
        <p:nvSpPr>
          <p:cNvPr id="8" name="Select “Basic Plan”"/>
          <p:cNvSpPr txBox="1"/>
          <p:nvPr/>
        </p:nvSpPr>
        <p:spPr>
          <a:xfrm>
            <a:off x="2759730" y="5684240"/>
            <a:ext cx="4697098" cy="369332"/>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lvl1pPr>
              <a:defRPr sz="1800">
                <a:solidFill>
                  <a:srgbClr val="FF2600"/>
                </a:solidFill>
              </a:defRPr>
            </a:lvl1pPr>
          </a:lstStyle>
          <a:p>
            <a:r>
              <a:rPr lang="en-US" dirty="0"/>
              <a:t>EC2 is the service that we will talk about later</a:t>
            </a:r>
            <a:endParaRPr dirty="0"/>
          </a:p>
        </p:txBody>
      </p:sp>
      <p:sp>
        <p:nvSpPr>
          <p:cNvPr id="10" name="线条"/>
          <p:cNvSpPr/>
          <p:nvPr/>
        </p:nvSpPr>
        <p:spPr>
          <a:xfrm flipH="1" flipV="1">
            <a:off x="4088415" y="2932444"/>
            <a:ext cx="967943" cy="2662895"/>
          </a:xfrm>
          <a:prstGeom prst="line">
            <a:avLst/>
          </a:prstGeom>
          <a:ln w="25400">
            <a:solidFill>
              <a:srgbClr val="FF2600"/>
            </a:solidFill>
            <a:bevel/>
            <a:tailEnd type="triangle"/>
          </a:ln>
          <a:effectLst>
            <a:outerShdw blurRad="38100" dist="20000" dir="5400000" rotWithShape="0">
              <a:srgbClr val="000000">
                <a:alpha val="38000"/>
              </a:srgbClr>
            </a:outerShdw>
          </a:effectLst>
        </p:spPr>
        <p:txBody>
          <a:bodyPr lIns="45719" rIns="45719"/>
          <a:lstStyle/>
          <a:p>
            <a:pPr defTabSz="457200">
              <a:defRPr sz="1200">
                <a:latin typeface="+mj-lt"/>
                <a:ea typeface="+mj-ea"/>
                <a:cs typeface="+mj-cs"/>
                <a:sym typeface="Helvetica"/>
              </a:defRPr>
            </a:pPr>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
        <p:nvSpPr>
          <p:cNvPr id="11" name="Rectangle 10"/>
          <p:cNvSpPr/>
          <p:nvPr/>
        </p:nvSpPr>
        <p:spPr>
          <a:xfrm>
            <a:off x="252333" y="189258"/>
            <a:ext cx="5708614" cy="461665"/>
          </a:xfrm>
          <a:prstGeom prst="rect">
            <a:avLst/>
          </a:prstGeom>
        </p:spPr>
        <p:txBody>
          <a:bodyPr wrap="none">
            <a:spAutoFit/>
          </a:bodyPr>
          <a:lstStyle/>
          <a:p>
            <a:r>
              <a:rPr lang="en-US" dirty="0"/>
              <a:t>Get Started with a Normal AWS Account</a:t>
            </a:r>
            <a:endParaRPr lang="en-US" dirty="0"/>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Outline"/>
          <p:cNvSpPr txBox="1">
            <a:spLocks noGrp="1"/>
          </p:cNvSpPr>
          <p:nvPr>
            <p:ph type="title"/>
          </p:nvPr>
        </p:nvSpPr>
        <p:spPr>
          <a:prstGeom prst="rect">
            <a:avLst/>
          </a:prstGeom>
        </p:spPr>
        <p:txBody>
          <a:bodyPr/>
          <a:lstStyle/>
          <a:p>
            <a:r>
              <a:t>Outline</a:t>
            </a:r>
          </a:p>
        </p:txBody>
      </p:sp>
      <p:sp>
        <p:nvSpPr>
          <p:cNvPr id="151" name="Create an AWS Account…"/>
          <p:cNvSpPr txBox="1">
            <a:spLocks noGrp="1"/>
          </p:cNvSpPr>
          <p:nvPr>
            <p:ph type="body" idx="1"/>
          </p:nvPr>
        </p:nvSpPr>
        <p:spPr>
          <a:prstGeom prst="rect">
            <a:avLst/>
          </a:prstGeom>
        </p:spPr>
        <p:txBody>
          <a:bodyPr/>
          <a:lstStyle/>
          <a:p>
            <a:r>
              <a:rPr dirty="0"/>
              <a:t>Create an AWS Account</a:t>
            </a:r>
            <a:endParaRPr dirty="0"/>
          </a:p>
          <a:p>
            <a:pPr>
              <a:defRPr>
                <a:solidFill>
                  <a:srgbClr val="FF2600"/>
                </a:solidFill>
              </a:defRPr>
            </a:pPr>
            <a:r>
              <a:rPr dirty="0"/>
              <a:t>Launch an EC2 Instance</a:t>
            </a:r>
            <a:endParaRPr dirty="0"/>
          </a:p>
          <a:p>
            <a:r>
              <a:rPr dirty="0"/>
              <a:t>Connect to EC2 Instance</a:t>
            </a:r>
            <a:endParaRPr dirty="0"/>
          </a:p>
          <a:p>
            <a:r>
              <a:rPr lang="en-US" dirty="0"/>
              <a:t>Stop</a:t>
            </a:r>
            <a:r>
              <a:rPr dirty="0"/>
              <a:t> an Instance</a:t>
            </a:r>
            <a:endParaRPr dirty="0"/>
          </a:p>
        </p:txBody>
      </p:sp>
      <p:sp>
        <p:nvSpPr>
          <p:cNvPr id="2" name="Slide Number Placeholder 1"/>
          <p:cNvSpPr>
            <a:spLocks noGrp="1"/>
          </p:cNvSpPr>
          <p:nvPr>
            <p:ph type="sldNum" sz="quarter" idx="2"/>
          </p:nvPr>
        </p:nvSpPr>
        <p:spPr/>
        <p:txBody>
          <a:bodyPr>
            <a:normAutofit lnSpcReduction="10000"/>
          </a:bodyPr>
          <a:lstStyle/>
          <a:p>
            <a:fld id="{86CB4B4D-7CA3-9044-876B-883B54F8677D}" type="slidenum">
              <a:rPr lang="en-US" smtClean="0"/>
            </a:fld>
            <a:endParaRPr lang="en-US"/>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creenshot 2026-09-10 at 11.55.06 AM"/>
          <p:cNvPicPr>
            <a:picLocks noChangeAspect="1"/>
          </p:cNvPicPr>
          <p:nvPr/>
        </p:nvPicPr>
        <p:blipFill>
          <a:blip r:embed="rId1"/>
          <a:stretch>
            <a:fillRect/>
          </a:stretch>
        </p:blipFill>
        <p:spPr>
          <a:xfrm>
            <a:off x="0" y="1682115"/>
            <a:ext cx="9144000" cy="3751580"/>
          </a:xfrm>
          <a:prstGeom prst="rect">
            <a:avLst/>
          </a:prstGeom>
        </p:spPr>
      </p:pic>
      <p:sp>
        <p:nvSpPr>
          <p:cNvPr id="154" name="矩形"/>
          <p:cNvSpPr/>
          <p:nvPr/>
        </p:nvSpPr>
        <p:spPr>
          <a:xfrm>
            <a:off x="3793323" y="3053251"/>
            <a:ext cx="496891" cy="247136"/>
          </a:xfrm>
          <a:prstGeom prst="rect">
            <a:avLst/>
          </a:prstGeom>
          <a:ln w="25400">
            <a:solidFill>
              <a:srgbClr val="FF2600"/>
            </a:solidFill>
            <a:bevel/>
          </a:ln>
          <a:effectLst>
            <a:outerShdw blurRad="101600" dist="25400" dir="5400000" rotWithShape="0">
              <a:srgbClr val="000000">
                <a:alpha val="75000"/>
              </a:srgbClr>
            </a:outerShdw>
          </a:effectLst>
        </p:spPr>
        <p:txBody>
          <a:bodyPr lIns="45719" rIns="45719"/>
          <a:lstStyle/>
          <a:p/>
        </p:txBody>
      </p:sp>
      <p:sp>
        <p:nvSpPr>
          <p:cNvPr id="155" name="线条"/>
          <p:cNvSpPr/>
          <p:nvPr/>
        </p:nvSpPr>
        <p:spPr>
          <a:xfrm flipH="1">
            <a:off x="4092575" y="1314450"/>
            <a:ext cx="709930" cy="1738630"/>
          </a:xfrm>
          <a:prstGeom prst="line">
            <a:avLst/>
          </a:prstGeom>
          <a:ln w="25400">
            <a:solidFill>
              <a:srgbClr val="FF2600"/>
            </a:solidFill>
            <a:bevel/>
            <a:tailEnd type="triangle"/>
          </a:ln>
          <a:effectLst>
            <a:outerShdw blurRad="38100" dist="20000" dir="5400000" rotWithShape="0">
              <a:srgbClr val="000000">
                <a:alpha val="38000"/>
              </a:srgbClr>
            </a:outerShdw>
          </a:effectLst>
        </p:spPr>
        <p:txBody>
          <a:bodyPr lIns="45719" rIns="45719"/>
          <a:lstStyle/>
          <a:p>
            <a:pPr defTabSz="457200">
              <a:defRPr sz="1200">
                <a:latin typeface="+mj-lt"/>
                <a:ea typeface="+mj-ea"/>
                <a:cs typeface="+mj-cs"/>
                <a:sym typeface="Helvetica"/>
              </a:defRPr>
            </a:pPr>
          </a:p>
        </p:txBody>
      </p:sp>
      <p:sp>
        <p:nvSpPr>
          <p:cNvPr id="156" name="Click here to…"/>
          <p:cNvSpPr txBox="1"/>
          <p:nvPr/>
        </p:nvSpPr>
        <p:spPr>
          <a:xfrm>
            <a:off x="3905967" y="390529"/>
            <a:ext cx="3324173" cy="646331"/>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p>
            <a:pPr>
              <a:defRPr sz="1800">
                <a:solidFill>
                  <a:srgbClr val="FF2600"/>
                </a:solidFill>
              </a:defRPr>
            </a:pPr>
            <a:r>
              <a:rPr dirty="0"/>
              <a:t>Click here to enter</a:t>
            </a:r>
            <a:endParaRPr lang="en-US" dirty="0"/>
          </a:p>
          <a:p>
            <a:pPr>
              <a:defRPr sz="1800">
                <a:solidFill>
                  <a:srgbClr val="FF2600"/>
                </a:solidFill>
              </a:defRPr>
            </a:pPr>
            <a:r>
              <a:rPr dirty="0"/>
              <a:t>EC2</a:t>
            </a:r>
            <a:r>
              <a:rPr lang="en-US" dirty="0"/>
              <a:t> </a:t>
            </a:r>
            <a:r>
              <a:rPr dirty="0"/>
              <a:t>management</a:t>
            </a:r>
            <a:r>
              <a:rPr lang="en-US" dirty="0"/>
              <a:t> </a:t>
            </a:r>
            <a:r>
              <a:rPr dirty="0"/>
              <a:t>console</a:t>
            </a:r>
            <a:endParaRPr dirty="0"/>
          </a:p>
        </p:txBody>
      </p:sp>
      <p:sp>
        <p:nvSpPr>
          <p:cNvPr id="6" name="Rectangle 5"/>
          <p:cNvSpPr/>
          <p:nvPr/>
        </p:nvSpPr>
        <p:spPr>
          <a:xfrm>
            <a:off x="252333" y="189258"/>
            <a:ext cx="3163045" cy="461665"/>
          </a:xfrm>
          <a:prstGeom prst="rect">
            <a:avLst/>
          </a:prstGeom>
        </p:spPr>
        <p:txBody>
          <a:bodyPr wrap="none">
            <a:spAutoFit/>
          </a:bodyPr>
          <a:lstStyle/>
          <a:p>
            <a:r>
              <a:rPr lang="en-US" dirty="0"/>
              <a:t>Surf the EC2 Console</a:t>
            </a:r>
            <a:endParaRPr lang="en-US" dirty="0"/>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Click here to…"/>
          <p:cNvSpPr txBox="1"/>
          <p:nvPr/>
        </p:nvSpPr>
        <p:spPr>
          <a:xfrm>
            <a:off x="3955241" y="863803"/>
            <a:ext cx="4619211" cy="369332"/>
          </a:xfrm>
          <a:prstGeom prst="rect">
            <a:avLst/>
          </a:prstGeom>
          <a:ln w="12700">
            <a:miter lim="400000"/>
          </a:ln>
          <a:effectLst>
            <a:outerShdw blurRad="38100" dist="20000" dir="5400000" rotWithShape="0">
              <a:srgbClr val="000000">
                <a:alpha val="38000"/>
              </a:srgbClr>
            </a:outerShdw>
          </a:effectLst>
        </p:spPr>
        <p:txBody>
          <a:bodyPr wrap="none" lIns="45719" rIns="45719">
            <a:spAutoFit/>
          </a:bodyPr>
          <a:lstStyle/>
          <a:p>
            <a:pPr>
              <a:defRPr sz="1800">
                <a:solidFill>
                  <a:srgbClr val="FF2600"/>
                </a:solidFill>
              </a:defRPr>
            </a:pPr>
            <a:r>
              <a:rPr lang="en-US" dirty="0"/>
              <a:t>On success you will see the Instances panel</a:t>
            </a:r>
            <a:endParaRPr dirty="0"/>
          </a:p>
        </p:txBody>
      </p:sp>
      <p:sp>
        <p:nvSpPr>
          <p:cNvPr id="9" name="Rectangle 8"/>
          <p:cNvSpPr/>
          <p:nvPr/>
        </p:nvSpPr>
        <p:spPr>
          <a:xfrm>
            <a:off x="252333" y="189258"/>
            <a:ext cx="3163045" cy="461665"/>
          </a:xfrm>
          <a:prstGeom prst="rect">
            <a:avLst/>
          </a:prstGeom>
        </p:spPr>
        <p:txBody>
          <a:bodyPr wrap="none">
            <a:spAutoFit/>
          </a:bodyPr>
          <a:lstStyle/>
          <a:p>
            <a:r>
              <a:rPr lang="en-US" dirty="0"/>
              <a:t>Surf the EC2 Console</a:t>
            </a:r>
            <a:endParaRPr lang="en-US" dirty="0"/>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pic>
        <p:nvPicPr>
          <p:cNvPr id="4" name="Picture 3" descr="Screenshot 2026-09-10 at 12.09.26 PM"/>
          <p:cNvPicPr>
            <a:picLocks noChangeAspect="1"/>
          </p:cNvPicPr>
          <p:nvPr/>
        </p:nvPicPr>
        <p:blipFill>
          <a:blip r:embed="rId1"/>
          <a:stretch>
            <a:fillRect/>
          </a:stretch>
        </p:blipFill>
        <p:spPr>
          <a:xfrm>
            <a:off x="0" y="1602105"/>
            <a:ext cx="9144000" cy="3910965"/>
          </a:xfrm>
          <a:prstGeom prst="rect">
            <a:avLst/>
          </a:prstGeom>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Choose region."/>
          <p:cNvSpPr txBox="1"/>
          <p:nvPr/>
        </p:nvSpPr>
        <p:spPr>
          <a:xfrm>
            <a:off x="4417642" y="191529"/>
            <a:ext cx="4502514" cy="646331"/>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lvl1pPr>
              <a:defRPr sz="1800">
                <a:solidFill>
                  <a:srgbClr val="FF2600"/>
                </a:solidFill>
              </a:defRPr>
            </a:lvl1pPr>
          </a:lstStyle>
          <a:p>
            <a:r>
              <a:rPr lang="en-US" dirty="0"/>
              <a:t>AWS provides EC2 instance located from different regions across the world</a:t>
            </a:r>
            <a:endParaRPr dirty="0"/>
          </a:p>
        </p:txBody>
      </p:sp>
      <p:sp>
        <p:nvSpPr>
          <p:cNvPr id="10" name="Choose region."/>
          <p:cNvSpPr txBox="1"/>
          <p:nvPr/>
        </p:nvSpPr>
        <p:spPr>
          <a:xfrm>
            <a:off x="1285731" y="6070426"/>
            <a:ext cx="6768023" cy="646331"/>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lvl1pPr>
              <a:defRPr sz="1800">
                <a:solidFill>
                  <a:srgbClr val="FF2600"/>
                </a:solidFill>
              </a:defRPr>
            </a:lvl1pPr>
          </a:lstStyle>
          <a:p>
            <a:r>
              <a:rPr lang="en-US" dirty="0"/>
              <a:t>You can switch to a region that best suits you</a:t>
            </a:r>
            <a:endParaRPr lang="en-US" dirty="0"/>
          </a:p>
          <a:p>
            <a:r>
              <a:rPr lang="en-US" dirty="0"/>
              <a:t>(e.g., using us-east-1 if you are using a Classroom Account)</a:t>
            </a:r>
            <a:endParaRPr dirty="0"/>
          </a:p>
        </p:txBody>
      </p:sp>
      <p:sp>
        <p:nvSpPr>
          <p:cNvPr id="11" name="Rectangle 10"/>
          <p:cNvSpPr/>
          <p:nvPr/>
        </p:nvSpPr>
        <p:spPr>
          <a:xfrm>
            <a:off x="106847" y="209983"/>
            <a:ext cx="4310795" cy="461665"/>
          </a:xfrm>
          <a:prstGeom prst="rect">
            <a:avLst/>
          </a:prstGeom>
        </p:spPr>
        <p:txBody>
          <a:bodyPr wrap="none">
            <a:spAutoFit/>
          </a:bodyPr>
          <a:lstStyle/>
          <a:p>
            <a:r>
              <a:rPr lang="en-US" dirty="0"/>
              <a:t>Switch to another EC2 Region</a:t>
            </a:r>
            <a:endParaRPr lang="en-US" dirty="0"/>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pic>
        <p:nvPicPr>
          <p:cNvPr id="3" name="Picture 2" descr="Screenshot 2026-09-10 at 12.10.07 PM"/>
          <p:cNvPicPr>
            <a:picLocks noChangeAspect="1"/>
          </p:cNvPicPr>
          <p:nvPr/>
        </p:nvPicPr>
        <p:blipFill>
          <a:blip r:embed="rId1"/>
          <a:stretch>
            <a:fillRect/>
          </a:stretch>
        </p:blipFill>
        <p:spPr>
          <a:xfrm>
            <a:off x="2694940" y="951865"/>
            <a:ext cx="3754120" cy="5004435"/>
          </a:xfrm>
          <a:prstGeom prst="rect">
            <a:avLst/>
          </a:prstGeom>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 name="AWS-Global-vs-Regional-vs-AZs.png" descr="AWS-Global-vs-Regional-vs-AZs.png"/>
          <p:cNvPicPr>
            <a:picLocks noChangeAspect="1"/>
          </p:cNvPicPr>
          <p:nvPr/>
        </p:nvPicPr>
        <p:blipFill>
          <a:blip r:embed="rId1"/>
          <a:srcRect t="7476"/>
          <a:stretch>
            <a:fillRect/>
          </a:stretch>
        </p:blipFill>
        <p:spPr>
          <a:xfrm>
            <a:off x="965200" y="1555858"/>
            <a:ext cx="7213499" cy="4818360"/>
          </a:xfrm>
          <a:prstGeom prst="rect">
            <a:avLst/>
          </a:prstGeom>
          <a:ln w="12700">
            <a:miter lim="400000"/>
            <a:headEnd/>
            <a:tailEnd/>
          </a:ln>
        </p:spPr>
      </p:pic>
      <p:sp>
        <p:nvSpPr>
          <p:cNvPr id="226" name="Pro Tip: Try to launch all your instances in the same availability zone, or inter-zone communication will cost you $$$$."/>
          <p:cNvSpPr txBox="1"/>
          <p:nvPr/>
        </p:nvSpPr>
        <p:spPr>
          <a:xfrm>
            <a:off x="265258" y="530421"/>
            <a:ext cx="8613483" cy="792669"/>
          </a:xfrm>
          <a:prstGeom prst="rect">
            <a:avLst/>
          </a:prstGeom>
          <a:ln w="12700">
            <a:miter lim="400000"/>
          </a:ln>
        </p:spPr>
        <p:txBody>
          <a:bodyPr lIns="45719" rIns="45719">
            <a:spAutoFit/>
          </a:bodyPr>
          <a:lstStyle/>
          <a:p>
            <a:r>
              <a:rPr dirty="0"/>
              <a:t>Pro Tip: Try to launch all your instances in </a:t>
            </a:r>
            <a:r>
              <a:rPr dirty="0">
                <a:solidFill>
                  <a:srgbClr val="FF2600"/>
                </a:solidFill>
              </a:rPr>
              <a:t>the same availability</a:t>
            </a:r>
            <a:r>
              <a:rPr dirty="0"/>
              <a:t> </a:t>
            </a:r>
            <a:r>
              <a:rPr dirty="0">
                <a:solidFill>
                  <a:srgbClr val="FF2600"/>
                </a:solidFill>
              </a:rPr>
              <a:t>zone</a:t>
            </a:r>
            <a:r>
              <a:rPr dirty="0"/>
              <a:t>, or inter-zone communication will cost you $$$$.</a:t>
            </a:r>
            <a:endParaRPr dirty="0"/>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SSH Authentication Process</a:t>
            </a:r>
            <a:endParaRPr kumimoji="1" lang="zh-CN" altLang="en-US" dirty="0"/>
          </a:p>
        </p:txBody>
      </p:sp>
      <p:grpSp>
        <p:nvGrpSpPr>
          <p:cNvPr id="13" name="组合 12"/>
          <p:cNvGrpSpPr/>
          <p:nvPr/>
        </p:nvGrpSpPr>
        <p:grpSpPr>
          <a:xfrm>
            <a:off x="2060716" y="2267946"/>
            <a:ext cx="835573" cy="746978"/>
            <a:chOff x="966953" y="3429000"/>
            <a:chExt cx="1250731" cy="1068287"/>
          </a:xfrm>
        </p:grpSpPr>
        <p:pic>
          <p:nvPicPr>
            <p:cNvPr id="11" name="图形 10" descr="钥匙 纯色填充"/>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29862" y="3429000"/>
              <a:ext cx="914400" cy="914400"/>
            </a:xfrm>
            <a:prstGeom prst="rect">
              <a:avLst/>
            </a:prstGeom>
          </p:spPr>
        </p:pic>
        <p:sp>
          <p:nvSpPr>
            <p:cNvPr id="12" name="文本框 11"/>
            <p:cNvSpPr txBox="1"/>
            <p:nvPr/>
          </p:nvSpPr>
          <p:spPr>
            <a:xfrm>
              <a:off x="966953" y="4189512"/>
              <a:ext cx="1250731"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pPr>
              <a:r>
                <a:rPr kumimoji="0" lang="en-US" altLang="zh-CN" sz="1400" b="0" i="0" u="none" strike="noStrike" cap="none" spc="0" normalizeH="0" baseline="0" dirty="0">
                  <a:ln>
                    <a:noFill/>
                  </a:ln>
                  <a:solidFill>
                    <a:srgbClr val="000000"/>
                  </a:solidFill>
                  <a:effectLst/>
                  <a:uFillTx/>
                  <a:latin typeface="Arial" panose="020B0604020202090204"/>
                  <a:ea typeface="Arial" panose="020B0604020202090204"/>
                  <a:cs typeface="Arial" panose="020B0604020202090204"/>
                  <a:sym typeface="Arial" panose="020B0604020202090204"/>
                </a:rPr>
                <a:t>Private Key</a:t>
              </a:r>
              <a:endParaRPr kumimoji="0" lang="zh-CN" altLang="en-US" sz="1400" b="0" i="0" u="none" strike="noStrike" cap="none" spc="0" normalizeH="0" baseline="0" dirty="0">
                <a:ln>
                  <a:noFill/>
                </a:ln>
                <a:solidFill>
                  <a:srgbClr val="000000"/>
                </a:solidFill>
                <a:effectLst/>
                <a:uFillTx/>
                <a:latin typeface="Arial" panose="020B0604020202090204"/>
                <a:ea typeface="Arial" panose="020B0604020202090204"/>
                <a:cs typeface="Arial" panose="020B0604020202090204"/>
                <a:sym typeface="Arial" panose="020B0604020202090204"/>
              </a:endParaRPr>
            </a:p>
          </p:txBody>
        </p:sp>
      </p:grpSp>
      <p:grpSp>
        <p:nvGrpSpPr>
          <p:cNvPr id="15" name="组合 14"/>
          <p:cNvGrpSpPr/>
          <p:nvPr/>
        </p:nvGrpSpPr>
        <p:grpSpPr>
          <a:xfrm>
            <a:off x="1220577" y="2100524"/>
            <a:ext cx="914400" cy="1222290"/>
            <a:chOff x="1329411" y="2522483"/>
            <a:chExt cx="914400" cy="1222290"/>
          </a:xfrm>
        </p:grpSpPr>
        <p:pic>
          <p:nvPicPr>
            <p:cNvPr id="7" name="图形 6" descr="男人 纯色填充"/>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9411" y="2522483"/>
              <a:ext cx="914400" cy="914400"/>
            </a:xfrm>
            <a:prstGeom prst="rect">
              <a:avLst/>
            </a:prstGeom>
          </p:spPr>
        </p:pic>
        <p:sp>
          <p:nvSpPr>
            <p:cNvPr id="14" name="文本框 13"/>
            <p:cNvSpPr txBox="1"/>
            <p:nvPr/>
          </p:nvSpPr>
          <p:spPr>
            <a:xfrm>
              <a:off x="1368824" y="3436998"/>
              <a:ext cx="835573"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pPr>
              <a:r>
                <a:rPr kumimoji="0" lang="en-US" altLang="zh-CN" sz="1400" b="0" i="0" u="none" strike="noStrike" cap="none" spc="0" normalizeH="0" baseline="0" dirty="0">
                  <a:ln>
                    <a:noFill/>
                  </a:ln>
                  <a:solidFill>
                    <a:srgbClr val="000000"/>
                  </a:solidFill>
                  <a:effectLst/>
                  <a:uFillTx/>
                  <a:latin typeface="Arial" panose="020B0604020202090204"/>
                  <a:ea typeface="Arial" panose="020B0604020202090204"/>
                  <a:cs typeface="Arial" panose="020B0604020202090204"/>
                  <a:sym typeface="Arial" panose="020B0604020202090204"/>
                </a:rPr>
                <a:t>User</a:t>
              </a:r>
              <a:endParaRPr kumimoji="0" lang="zh-CN" altLang="en-US" sz="1400" b="0" i="0" u="none" strike="noStrike" cap="none" spc="0" normalizeH="0" baseline="0" dirty="0">
                <a:ln>
                  <a:noFill/>
                </a:ln>
                <a:solidFill>
                  <a:srgbClr val="000000"/>
                </a:solidFill>
                <a:effectLst/>
                <a:uFillTx/>
                <a:latin typeface="Arial" panose="020B0604020202090204"/>
                <a:ea typeface="Arial" panose="020B0604020202090204"/>
                <a:cs typeface="Arial" panose="020B0604020202090204"/>
                <a:sym typeface="Arial" panose="020B0604020202090204"/>
              </a:endParaRPr>
            </a:p>
          </p:txBody>
        </p:sp>
      </p:grpSp>
      <p:grpSp>
        <p:nvGrpSpPr>
          <p:cNvPr id="19" name="组合 18"/>
          <p:cNvGrpSpPr/>
          <p:nvPr/>
        </p:nvGrpSpPr>
        <p:grpSpPr>
          <a:xfrm>
            <a:off x="5945784" y="2250049"/>
            <a:ext cx="835573" cy="1072765"/>
            <a:chOff x="5486401" y="2307877"/>
            <a:chExt cx="835573" cy="1072765"/>
          </a:xfrm>
        </p:grpSpPr>
        <p:pic>
          <p:nvPicPr>
            <p:cNvPr id="9" name="图形 8" descr="钥匙 轮廓"/>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60663" y="2307877"/>
              <a:ext cx="687050" cy="687050"/>
            </a:xfrm>
            <a:prstGeom prst="rect">
              <a:avLst/>
            </a:prstGeom>
          </p:spPr>
        </p:pic>
        <p:sp>
          <p:nvSpPr>
            <p:cNvPr id="17" name="文本框 16"/>
            <p:cNvSpPr txBox="1"/>
            <p:nvPr/>
          </p:nvSpPr>
          <p:spPr>
            <a:xfrm>
              <a:off x="5486401" y="2857424"/>
              <a:ext cx="835573" cy="523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pPr>
              <a:r>
                <a:rPr kumimoji="0" lang="en-US" altLang="zh-CN" sz="1400" b="0" i="0" u="none" strike="noStrike" cap="none" spc="0" normalizeH="0" baseline="0" dirty="0">
                  <a:ln>
                    <a:noFill/>
                  </a:ln>
                  <a:solidFill>
                    <a:srgbClr val="000000"/>
                  </a:solidFill>
                  <a:effectLst/>
                  <a:uFillTx/>
                  <a:latin typeface="Arial" panose="020B0604020202090204"/>
                  <a:ea typeface="Arial" panose="020B0604020202090204"/>
                  <a:cs typeface="Arial" panose="020B0604020202090204"/>
                  <a:sym typeface="Arial" panose="020B0604020202090204"/>
                </a:rPr>
                <a:t>Public Key</a:t>
              </a:r>
              <a:endParaRPr kumimoji="0" lang="zh-CN" altLang="en-US" sz="1400" b="0" i="0" u="none" strike="noStrike" cap="none" spc="0" normalizeH="0" baseline="0" dirty="0">
                <a:ln>
                  <a:noFill/>
                </a:ln>
                <a:solidFill>
                  <a:srgbClr val="000000"/>
                </a:solidFill>
                <a:effectLst/>
                <a:uFillTx/>
                <a:latin typeface="Arial" panose="020B0604020202090204"/>
                <a:ea typeface="Arial" panose="020B0604020202090204"/>
                <a:cs typeface="Arial" panose="020B0604020202090204"/>
                <a:sym typeface="Arial" panose="020B0604020202090204"/>
              </a:endParaRPr>
            </a:p>
          </p:txBody>
        </p:sp>
      </p:grpSp>
      <p:grpSp>
        <p:nvGrpSpPr>
          <p:cNvPr id="16" name="组合 15"/>
          <p:cNvGrpSpPr/>
          <p:nvPr/>
        </p:nvGrpSpPr>
        <p:grpSpPr>
          <a:xfrm>
            <a:off x="6707096" y="2146235"/>
            <a:ext cx="914400" cy="1118751"/>
            <a:chOff x="6247713" y="2204063"/>
            <a:chExt cx="914400" cy="1118751"/>
          </a:xfrm>
        </p:grpSpPr>
        <p:pic>
          <p:nvPicPr>
            <p:cNvPr id="5" name="图形 4" descr="数据库 轮廓"/>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47713" y="2204063"/>
              <a:ext cx="914400" cy="914400"/>
            </a:xfrm>
            <a:prstGeom prst="rect">
              <a:avLst/>
            </a:prstGeom>
          </p:spPr>
        </p:pic>
        <p:sp>
          <p:nvSpPr>
            <p:cNvPr id="18" name="文本框 17"/>
            <p:cNvSpPr txBox="1"/>
            <p:nvPr/>
          </p:nvSpPr>
          <p:spPr>
            <a:xfrm>
              <a:off x="6287126" y="3015039"/>
              <a:ext cx="835573"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pPr>
              <a:r>
                <a:rPr kumimoji="0" lang="en-US" altLang="zh-CN" sz="1400" b="0" i="0" u="none" strike="noStrike" cap="none" spc="0" normalizeH="0" baseline="0" dirty="0">
                  <a:ln>
                    <a:noFill/>
                  </a:ln>
                  <a:solidFill>
                    <a:srgbClr val="000000"/>
                  </a:solidFill>
                  <a:effectLst/>
                  <a:uFillTx/>
                  <a:latin typeface="Arial" panose="020B0604020202090204"/>
                  <a:ea typeface="Arial" panose="020B0604020202090204"/>
                  <a:cs typeface="Arial" panose="020B0604020202090204"/>
                  <a:sym typeface="Arial" panose="020B0604020202090204"/>
                </a:rPr>
                <a:t>Server</a:t>
              </a:r>
              <a:endParaRPr kumimoji="0" lang="zh-CN" altLang="en-US" sz="1400" b="0" i="0" u="none" strike="noStrike" cap="none" spc="0" normalizeH="0" baseline="0" dirty="0">
                <a:ln>
                  <a:noFill/>
                </a:ln>
                <a:solidFill>
                  <a:srgbClr val="000000"/>
                </a:solidFill>
                <a:effectLst/>
                <a:uFillTx/>
                <a:latin typeface="Arial" panose="020B0604020202090204"/>
                <a:ea typeface="Arial" panose="020B0604020202090204"/>
                <a:cs typeface="Arial" panose="020B0604020202090204"/>
                <a:sym typeface="Arial" panose="020B0604020202090204"/>
              </a:endParaRPr>
            </a:p>
          </p:txBody>
        </p:sp>
      </p:grpSp>
      <p:cxnSp>
        <p:nvCxnSpPr>
          <p:cNvPr id="21" name="直线箭头连接符 20"/>
          <p:cNvCxnSpPr>
            <a:stCxn id="12" idx="3"/>
          </p:cNvCxnSpPr>
          <p:nvPr/>
        </p:nvCxnSpPr>
        <p:spPr>
          <a:xfrm>
            <a:off x="2896289" y="2907322"/>
            <a:ext cx="3123757" cy="928954"/>
          </a:xfrm>
          <a:prstGeom prst="straightConnector1">
            <a:avLst/>
          </a:prstGeom>
          <a:noFill/>
          <a:ln w="25400" cap="flat">
            <a:solidFill>
              <a:schemeClr val="accent1"/>
            </a:solidFill>
            <a:prstDash val="solid"/>
            <a:bevel/>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grpSp>
        <p:nvGrpSpPr>
          <p:cNvPr id="22" name="组合 21"/>
          <p:cNvGrpSpPr/>
          <p:nvPr/>
        </p:nvGrpSpPr>
        <p:grpSpPr>
          <a:xfrm>
            <a:off x="6216243" y="3455262"/>
            <a:ext cx="639376" cy="1074339"/>
            <a:chOff x="6058129" y="3401313"/>
            <a:chExt cx="639376" cy="1074339"/>
          </a:xfrm>
        </p:grpSpPr>
        <p:pic>
          <p:nvPicPr>
            <p:cNvPr id="23" name="图形 22" descr="钥匙 纯色填充"/>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058129" y="3401313"/>
              <a:ext cx="610881" cy="639376"/>
            </a:xfrm>
            <a:prstGeom prst="rect">
              <a:avLst/>
            </a:prstGeom>
          </p:spPr>
        </p:pic>
        <p:pic>
          <p:nvPicPr>
            <p:cNvPr id="24" name="图形 23" descr="钥匙 轮廓"/>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58129" y="3836276"/>
              <a:ext cx="639376" cy="639376"/>
            </a:xfrm>
            <a:prstGeom prst="rect">
              <a:avLst/>
            </a:prstGeom>
          </p:spPr>
        </p:pic>
      </p:grpSp>
      <p:sp>
        <p:nvSpPr>
          <p:cNvPr id="25" name="文本框 24"/>
          <p:cNvSpPr txBox="1"/>
          <p:nvPr/>
        </p:nvSpPr>
        <p:spPr>
          <a:xfrm>
            <a:off x="6891057" y="3857158"/>
            <a:ext cx="1062894"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pPr>
            <a:r>
              <a:rPr kumimoji="0" lang="en-US" altLang="zh-CN" sz="1400" b="0" i="0" u="none" strike="noStrike" cap="none" spc="0" normalizeH="0" baseline="0" dirty="0">
                <a:ln>
                  <a:noFill/>
                </a:ln>
                <a:solidFill>
                  <a:srgbClr val="000000"/>
                </a:solidFill>
                <a:effectLst/>
                <a:uFillTx/>
                <a:latin typeface="Arial" panose="020B0604020202090204"/>
                <a:ea typeface="Arial" panose="020B0604020202090204"/>
                <a:cs typeface="Arial" panose="020B0604020202090204"/>
                <a:sym typeface="Arial" panose="020B0604020202090204"/>
              </a:rPr>
              <a:t>Matching</a:t>
            </a:r>
            <a:endParaRPr kumimoji="0" lang="zh-CN" altLang="en-US" sz="1400" b="0" i="0" u="none" strike="noStrike" cap="none" spc="0" normalizeH="0" baseline="0" dirty="0">
              <a:ln>
                <a:noFill/>
              </a:ln>
              <a:solidFill>
                <a:srgbClr val="000000"/>
              </a:solidFill>
              <a:effectLst/>
              <a:uFillTx/>
              <a:latin typeface="Arial" panose="020B0604020202090204"/>
              <a:ea typeface="Arial" panose="020B0604020202090204"/>
              <a:cs typeface="Arial" panose="020B0604020202090204"/>
              <a:sym typeface="Arial" panose="020B0604020202090204"/>
            </a:endParaRPr>
          </a:p>
        </p:txBody>
      </p:sp>
      <p:cxnSp>
        <p:nvCxnSpPr>
          <p:cNvPr id="27" name="直线箭头连接符 26"/>
          <p:cNvCxnSpPr/>
          <p:nvPr/>
        </p:nvCxnSpPr>
        <p:spPr>
          <a:xfrm flipH="1">
            <a:off x="2912023" y="4296259"/>
            <a:ext cx="3319954" cy="719439"/>
          </a:xfrm>
          <a:prstGeom prst="straightConnector1">
            <a:avLst/>
          </a:prstGeom>
          <a:noFill/>
          <a:ln w="25400" cap="flat">
            <a:solidFill>
              <a:schemeClr val="accent1"/>
            </a:solidFill>
            <a:prstDash val="solid"/>
            <a:bevel/>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28" name="文本框 27"/>
          <p:cNvSpPr txBox="1"/>
          <p:nvPr/>
        </p:nvSpPr>
        <p:spPr>
          <a:xfrm>
            <a:off x="3010652" y="3135548"/>
            <a:ext cx="2968845"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en-US" altLang="zh-CN" sz="1400" b="0" i="0" u="none" strike="noStrike" cap="none" spc="0" normalizeH="0" baseline="0" dirty="0" err="1">
                <a:ln>
                  <a:noFill/>
                </a:ln>
                <a:solidFill>
                  <a:srgbClr val="000000"/>
                </a:solidFill>
                <a:effectLst/>
                <a:uFillTx/>
                <a:latin typeface="Arial" panose="020B0604020202090204"/>
                <a:ea typeface="Arial" panose="020B0604020202090204"/>
                <a:cs typeface="Arial" panose="020B0604020202090204"/>
                <a:sym typeface="Arial" panose="020B0604020202090204"/>
              </a:rPr>
              <a:t>ssh</a:t>
            </a:r>
            <a:r>
              <a:rPr kumimoji="0" lang="en-US" altLang="zh-CN" sz="1400" b="0" i="0" u="none" strike="noStrike" cap="none" spc="0" normalizeH="0" baseline="0" dirty="0">
                <a:ln>
                  <a:noFill/>
                </a:ln>
                <a:solidFill>
                  <a:srgbClr val="000000"/>
                </a:solidFill>
                <a:effectLst/>
                <a:uFillTx/>
                <a:latin typeface="Arial" panose="020B0604020202090204"/>
                <a:ea typeface="Arial" panose="020B0604020202090204"/>
                <a:cs typeface="Arial" panose="020B0604020202090204"/>
                <a:sym typeface="Arial" panose="020B0604020202090204"/>
              </a:rPr>
              <a:t> -</a:t>
            </a:r>
            <a:r>
              <a:rPr kumimoji="0" lang="en-US" altLang="zh-CN" sz="1400" b="0" i="0" u="none" strike="noStrike" cap="none" spc="0" normalizeH="0" baseline="0" dirty="0" err="1">
                <a:ln>
                  <a:noFill/>
                </a:ln>
                <a:solidFill>
                  <a:srgbClr val="000000"/>
                </a:solidFill>
                <a:effectLst/>
                <a:uFillTx/>
                <a:latin typeface="Arial" panose="020B0604020202090204"/>
                <a:ea typeface="Arial" panose="020B0604020202090204"/>
                <a:cs typeface="Arial" panose="020B0604020202090204"/>
                <a:sym typeface="Arial" panose="020B0604020202090204"/>
              </a:rPr>
              <a:t>i</a:t>
            </a:r>
            <a:r>
              <a:rPr kumimoji="0" lang="en-US" altLang="zh-CN" sz="1400" b="0" i="0" u="none" strike="noStrike" cap="none" spc="0" normalizeH="0" baseline="0" dirty="0">
                <a:ln>
                  <a:noFill/>
                </a:ln>
                <a:solidFill>
                  <a:srgbClr val="000000"/>
                </a:solidFill>
                <a:effectLst/>
                <a:uFillTx/>
                <a:latin typeface="Arial" panose="020B0604020202090204"/>
                <a:ea typeface="Arial" panose="020B0604020202090204"/>
                <a:cs typeface="Arial" panose="020B0604020202090204"/>
                <a:sym typeface="Arial" panose="020B0604020202090204"/>
              </a:rPr>
              <a:t> </a:t>
            </a:r>
            <a:r>
              <a:rPr lang="en-US" altLang="zh-CN" sz="1400" dirty="0"/>
              <a:t>&lt;</a:t>
            </a:r>
            <a:r>
              <a:rPr lang="en-US" altLang="zh-CN" sz="1400" dirty="0" err="1"/>
              <a:t>private_key</a:t>
            </a:r>
            <a:r>
              <a:rPr lang="en-US" altLang="zh-CN" sz="1400" dirty="0"/>
              <a:t>&gt;</a:t>
            </a:r>
            <a:r>
              <a:rPr kumimoji="0" lang="en-US" altLang="zh-CN" sz="1400" b="0" i="0" u="none" strike="noStrike" cap="none" spc="0" normalizeH="0" baseline="0" dirty="0">
                <a:ln>
                  <a:noFill/>
                </a:ln>
                <a:solidFill>
                  <a:srgbClr val="000000"/>
                </a:solidFill>
                <a:effectLst/>
                <a:uFillTx/>
                <a:latin typeface="Arial" panose="020B0604020202090204"/>
                <a:ea typeface="Arial" panose="020B0604020202090204"/>
                <a:cs typeface="Arial" panose="020B0604020202090204"/>
                <a:sym typeface="Arial" panose="020B0604020202090204"/>
              </a:rPr>
              <a:t> </a:t>
            </a:r>
            <a:r>
              <a:rPr kumimoji="0" lang="en-US" altLang="zh-CN" sz="1400" b="0" i="0" u="none" strike="noStrike" cap="none" spc="0" normalizeH="0" baseline="0" dirty="0" err="1">
                <a:ln>
                  <a:noFill/>
                </a:ln>
                <a:solidFill>
                  <a:srgbClr val="000000"/>
                </a:solidFill>
                <a:effectLst/>
                <a:uFillTx/>
                <a:latin typeface="Arial" panose="020B0604020202090204"/>
                <a:ea typeface="Arial" panose="020B0604020202090204"/>
                <a:cs typeface="Arial" panose="020B0604020202090204"/>
                <a:sym typeface="Arial" panose="020B0604020202090204"/>
              </a:rPr>
              <a:t>user@server</a:t>
            </a:r>
            <a:endParaRPr kumimoji="0" lang="zh-CN" altLang="en-US" sz="1400" b="0" i="0" u="none" strike="noStrike" cap="none" spc="0" normalizeH="0" baseline="0" dirty="0">
              <a:ln>
                <a:noFill/>
              </a:ln>
              <a:solidFill>
                <a:srgbClr val="000000"/>
              </a:solidFill>
              <a:effectLst/>
              <a:uFillTx/>
              <a:latin typeface="Arial" panose="020B0604020202090204"/>
              <a:ea typeface="Arial" panose="020B0604020202090204"/>
              <a:cs typeface="Arial" panose="020B0604020202090204"/>
              <a:sym typeface="Arial" panose="020B0604020202090204"/>
            </a:endParaRPr>
          </a:p>
        </p:txBody>
      </p:sp>
      <p:sp>
        <p:nvSpPr>
          <p:cNvPr id="29" name="文本框 28"/>
          <p:cNvSpPr txBox="1"/>
          <p:nvPr/>
        </p:nvSpPr>
        <p:spPr>
          <a:xfrm>
            <a:off x="3885353" y="4529601"/>
            <a:ext cx="1145628"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en-US" altLang="zh-CN" sz="1400" b="0" i="0" u="none" strike="noStrike" cap="none" spc="0" normalizeH="0" baseline="0" dirty="0">
                <a:ln>
                  <a:noFill/>
                </a:ln>
                <a:solidFill>
                  <a:srgbClr val="000000"/>
                </a:solidFill>
                <a:effectLst/>
                <a:uFillTx/>
                <a:latin typeface="Arial" panose="020B0604020202090204"/>
                <a:ea typeface="Arial" panose="020B0604020202090204"/>
                <a:cs typeface="Arial" panose="020B0604020202090204"/>
                <a:sym typeface="Arial" panose="020B0604020202090204"/>
              </a:rPr>
              <a:t>Session Key</a:t>
            </a:r>
            <a:endParaRPr kumimoji="0" lang="zh-CN" altLang="en-US" sz="1400" b="0" i="0" u="none" strike="noStrike" cap="none" spc="0" normalizeH="0" baseline="0" dirty="0">
              <a:ln>
                <a:noFill/>
              </a:ln>
              <a:solidFill>
                <a:srgbClr val="000000"/>
              </a:solidFill>
              <a:effectLst/>
              <a:uFillTx/>
              <a:latin typeface="Arial" panose="020B0604020202090204"/>
              <a:ea typeface="Arial" panose="020B0604020202090204"/>
              <a:cs typeface="Arial" panose="020B0604020202090204"/>
              <a:sym typeface="Arial" panose="020B0604020202090204"/>
            </a:endParaRPr>
          </a:p>
        </p:txBody>
      </p:sp>
      <p:pic>
        <p:nvPicPr>
          <p:cNvPr id="33" name="图形 32" descr="Web 设计 纯色填充"/>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488363" y="5012691"/>
            <a:ext cx="914400" cy="914400"/>
          </a:xfrm>
          <a:prstGeom prst="rect">
            <a:avLst/>
          </a:prstGeom>
        </p:spPr>
      </p:pic>
      <p:pic>
        <p:nvPicPr>
          <p:cNvPr id="35" name="图形 34" descr="Web 设计 轮廓"/>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741237" y="5012691"/>
            <a:ext cx="914400" cy="914400"/>
          </a:xfrm>
          <a:prstGeom prst="rect">
            <a:avLst/>
          </a:prstGeom>
        </p:spPr>
      </p:pic>
      <p:cxnSp>
        <p:nvCxnSpPr>
          <p:cNvPr id="37" name="直线箭头连接符 36"/>
          <p:cNvCxnSpPr>
            <a:stCxn id="33" idx="3"/>
            <a:endCxn id="35" idx="1"/>
          </p:cNvCxnSpPr>
          <p:nvPr/>
        </p:nvCxnSpPr>
        <p:spPr>
          <a:xfrm>
            <a:off x="2402763" y="5469891"/>
            <a:ext cx="4338474" cy="0"/>
          </a:xfrm>
          <a:prstGeom prst="straightConnector1">
            <a:avLst/>
          </a:prstGeom>
          <a:noFill/>
          <a:ln w="25400" cap="flat">
            <a:solidFill>
              <a:schemeClr val="accent1"/>
            </a:solidFill>
            <a:prstDash val="solid"/>
            <a:bevel/>
            <a:headEnd type="triangle"/>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38" name="文本框 37"/>
          <p:cNvSpPr txBox="1"/>
          <p:nvPr/>
        </p:nvSpPr>
        <p:spPr>
          <a:xfrm>
            <a:off x="2668132" y="5574365"/>
            <a:ext cx="3930869"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pPr>
            <a:r>
              <a:rPr kumimoji="0" lang="en-US" altLang="zh-CN" sz="1400" b="0" i="0" u="none" strike="noStrike" cap="none" spc="0" normalizeH="0" baseline="0" dirty="0">
                <a:ln>
                  <a:noFill/>
                </a:ln>
                <a:solidFill>
                  <a:srgbClr val="000000"/>
                </a:solidFill>
                <a:effectLst/>
                <a:uFillTx/>
                <a:latin typeface="Arial" panose="020B0604020202090204"/>
                <a:ea typeface="Arial" panose="020B0604020202090204"/>
                <a:cs typeface="Arial" panose="020B0604020202090204"/>
                <a:sym typeface="Arial" panose="020B0604020202090204"/>
              </a:rPr>
              <a:t>Encrypted</a:t>
            </a:r>
            <a:r>
              <a:rPr kumimoji="0" lang="zh-CN" altLang="en-US" sz="1400" b="0" i="0" u="none" strike="noStrike" cap="none" spc="0" normalizeH="0" baseline="0" dirty="0">
                <a:ln>
                  <a:noFill/>
                </a:ln>
                <a:solidFill>
                  <a:srgbClr val="000000"/>
                </a:solidFill>
                <a:effectLst/>
                <a:uFillTx/>
                <a:latin typeface="Arial" panose="020B0604020202090204"/>
                <a:ea typeface="Arial" panose="020B0604020202090204"/>
                <a:cs typeface="Arial" panose="020B0604020202090204"/>
                <a:sym typeface="Arial" panose="020B0604020202090204"/>
              </a:rPr>
              <a:t> </a:t>
            </a:r>
            <a:r>
              <a:rPr kumimoji="0" lang="en-US" altLang="zh-CN" sz="1400" b="0" i="0" u="none" strike="noStrike" cap="none" spc="0" normalizeH="0" baseline="0" dirty="0">
                <a:ln>
                  <a:noFill/>
                </a:ln>
                <a:solidFill>
                  <a:srgbClr val="000000"/>
                </a:solidFill>
                <a:effectLst/>
                <a:uFillTx/>
                <a:latin typeface="Arial" panose="020B0604020202090204"/>
                <a:ea typeface="Arial" panose="020B0604020202090204"/>
                <a:cs typeface="Arial" panose="020B0604020202090204"/>
                <a:sym typeface="Arial" panose="020B0604020202090204"/>
              </a:rPr>
              <a:t>Communication</a:t>
            </a:r>
            <a:endParaRPr kumimoji="0" lang="zh-CN" altLang="en-US" sz="1400" b="0" i="0" u="none" strike="noStrike" cap="none" spc="0" normalizeH="0" baseline="0" dirty="0">
              <a:ln>
                <a:noFill/>
              </a:ln>
              <a:solidFill>
                <a:srgbClr val="000000"/>
              </a:solidFill>
              <a:effectLst/>
              <a:uFillTx/>
              <a:latin typeface="Arial" panose="020B0604020202090204"/>
              <a:ea typeface="Arial" panose="020B0604020202090204"/>
              <a:cs typeface="Arial" panose="020B0604020202090204"/>
              <a:sym typeface="Arial" panose="020B0604020202090204"/>
            </a:endParaRPr>
          </a:p>
        </p:txBody>
      </p:sp>
      <p:sp>
        <p:nvSpPr>
          <p:cNvPr id="3" name="Slide Number Placeholder 2"/>
          <p:cNvSpPr>
            <a:spLocks noGrp="1"/>
          </p:cNvSpPr>
          <p:nvPr>
            <p:ph type="sldNum" sz="quarter" idx="2"/>
          </p:nvPr>
        </p:nvSpPr>
        <p:spPr/>
        <p:txBody>
          <a:bodyPr/>
          <a:lstStyle/>
          <a:p>
            <a:fld id="{86CB4B4D-7CA3-9044-876B-883B54F8677D}" type="slidenum">
              <a:rPr lang="en-US" smtClean="0"/>
            </a:fld>
            <a:endParaRPr lang="en-US"/>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Key pairs"/>
          <p:cNvSpPr txBox="1">
            <a:spLocks noGrp="1"/>
          </p:cNvSpPr>
          <p:nvPr>
            <p:ph type="title"/>
          </p:nvPr>
        </p:nvSpPr>
        <p:spPr>
          <a:prstGeom prst="rect">
            <a:avLst/>
          </a:prstGeom>
        </p:spPr>
        <p:txBody>
          <a:bodyPr/>
          <a:lstStyle/>
          <a:p>
            <a:r>
              <a:t>Key pairs</a:t>
            </a:r>
          </a:p>
        </p:txBody>
      </p:sp>
      <p:sp>
        <p:nvSpPr>
          <p:cNvPr id="169" name="Amazon EC2 uses public–key cryptography to encrypt and decrypt login information.…"/>
          <p:cNvSpPr txBox="1">
            <a:spLocks noGrp="1"/>
          </p:cNvSpPr>
          <p:nvPr>
            <p:ph type="body" idx="1"/>
          </p:nvPr>
        </p:nvSpPr>
        <p:spPr>
          <a:prstGeom prst="rect">
            <a:avLst/>
          </a:prstGeom>
        </p:spPr>
        <p:txBody>
          <a:bodyPr/>
          <a:lstStyle/>
          <a:p>
            <a:r>
              <a:t>Amazon EC2 uses public–key cryptography to encrypt and decrypt login information. </a:t>
            </a:r>
          </a:p>
          <a:p>
            <a:r>
              <a:t>A </a:t>
            </a:r>
            <a:r>
              <a:rPr>
                <a:solidFill>
                  <a:srgbClr val="FF2600"/>
                </a:solidFill>
              </a:rPr>
              <a:t>public key</a:t>
            </a:r>
            <a:r>
              <a:t> is used to encrypt data, such as a password, then the recipient uses the </a:t>
            </a:r>
            <a:r>
              <a:rPr>
                <a:solidFill>
                  <a:srgbClr val="FF2600"/>
                </a:solidFill>
              </a:rPr>
              <a:t>private key</a:t>
            </a:r>
            <a:r>
              <a:t> to decrypt the data.</a:t>
            </a:r>
          </a:p>
          <a:p>
            <a:r>
              <a:t>The public and private keys are known as a </a:t>
            </a:r>
            <a:r>
              <a:rPr b="1">
                <a:latin typeface="+mn-lt"/>
                <a:ea typeface="+mn-ea"/>
                <a:cs typeface="+mn-cs"/>
                <a:sym typeface="Helvetica Neue" panose="02000503000000020004"/>
              </a:rPr>
              <a:t>key pair</a:t>
            </a:r>
            <a:r>
              <a:t>.</a:t>
            </a:r>
          </a:p>
        </p:txBody>
      </p:sp>
      <p:sp>
        <p:nvSpPr>
          <p:cNvPr id="2" name="Slide Number Placeholder 1"/>
          <p:cNvSpPr>
            <a:spLocks noGrp="1"/>
          </p:cNvSpPr>
          <p:nvPr>
            <p:ph type="sldNum" sz="quarter" idx="2"/>
          </p:nvPr>
        </p:nvSpPr>
        <p:spPr/>
        <p:txBody>
          <a:bodyPr>
            <a:normAutofit lnSpcReduction="10000"/>
          </a:bodyPr>
          <a:lstStyle/>
          <a:p>
            <a:fld id="{86CB4B4D-7CA3-9044-876B-883B54F8677D}" type="slidenum">
              <a:rPr lang="en-US" smtClean="0"/>
            </a:fld>
            <a:endParaRPr lang="en-US"/>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Create key pairs"/>
          <p:cNvSpPr txBox="1">
            <a:spLocks noGrp="1"/>
          </p:cNvSpPr>
          <p:nvPr>
            <p:ph type="title"/>
          </p:nvPr>
        </p:nvSpPr>
        <p:spPr>
          <a:prstGeom prst="rect">
            <a:avLst/>
          </a:prstGeom>
        </p:spPr>
        <p:txBody>
          <a:bodyPr/>
          <a:lstStyle/>
          <a:p>
            <a:r>
              <a:t>Create key pairs</a:t>
            </a:r>
          </a:p>
        </p:txBody>
      </p:sp>
      <p:sp>
        <p:nvSpPr>
          <p:cNvPr id="174" name="To log in to your instance, you must create a key pair, specify the name of the key pair when you launch the instance, and provide the private key when you connect to the instance.…"/>
          <p:cNvSpPr txBox="1">
            <a:spLocks noGrp="1"/>
          </p:cNvSpPr>
          <p:nvPr>
            <p:ph type="body" idx="1"/>
          </p:nvPr>
        </p:nvSpPr>
        <p:spPr>
          <a:prstGeom prst="rect">
            <a:avLst/>
          </a:prstGeom>
        </p:spPr>
        <p:txBody>
          <a:bodyPr/>
          <a:lstStyle/>
          <a:p>
            <a:r>
              <a:rPr dirty="0"/>
              <a:t>To log in to your instance, you must create a key pair, specify the name of the key pair when you launch the instance, and provide the private key when you connect to the instance.</a:t>
            </a:r>
            <a:endParaRPr dirty="0"/>
          </a:p>
          <a:p>
            <a:r>
              <a:rPr dirty="0"/>
              <a:t>For how to create </a:t>
            </a:r>
            <a:r>
              <a:rPr lang="en-US" dirty="0"/>
              <a:t>a </a:t>
            </a:r>
            <a:r>
              <a:rPr dirty="0"/>
              <a:t>key pair, please refer to </a:t>
            </a:r>
            <a:r>
              <a:rPr u="sng" dirty="0">
                <a:solidFill>
                  <a:srgbClr val="009999"/>
                </a:solidFill>
                <a:uFill>
                  <a:solidFill>
                    <a:srgbClr val="009999"/>
                  </a:solidFill>
                </a:uFill>
                <a:hlinkClick r:id="rId1"/>
              </a:rPr>
              <a:t>https://docs.aws.amazon.com/AWSEC2/latest/UserGuide/ec2-key-pairs.html#having-ec2-create-your-key-pair</a:t>
            </a:r>
            <a:endParaRPr lang="en-US" u="sng" dirty="0">
              <a:solidFill>
                <a:srgbClr val="009999"/>
              </a:solidFill>
              <a:uFill>
                <a:solidFill>
                  <a:srgbClr val="009999"/>
                </a:solidFill>
              </a:uFill>
              <a:hlinkClick r:id="rId1"/>
            </a:endParaRPr>
          </a:p>
          <a:p>
            <a:r>
              <a:rPr lang="en-US" dirty="0"/>
              <a:t>Or follow the next few slides!</a:t>
            </a:r>
            <a:endParaRPr u="sng" dirty="0">
              <a:solidFill>
                <a:srgbClr val="009999"/>
              </a:solidFill>
              <a:uFill>
                <a:solidFill>
                  <a:srgbClr val="009999"/>
                </a:solidFill>
              </a:uFill>
              <a:hlinkClick r:id="rId1"/>
            </a:endParaRPr>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2026-09-10 at 12.13.52 PM"/>
          <p:cNvPicPr>
            <a:picLocks noChangeAspect="1"/>
          </p:cNvPicPr>
          <p:nvPr/>
        </p:nvPicPr>
        <p:blipFill>
          <a:blip r:embed="rId1"/>
          <a:stretch>
            <a:fillRect/>
          </a:stretch>
        </p:blipFill>
        <p:spPr>
          <a:xfrm>
            <a:off x="0" y="1224915"/>
            <a:ext cx="9144000" cy="4185285"/>
          </a:xfrm>
          <a:prstGeom prst="rect">
            <a:avLst/>
          </a:prstGeom>
        </p:spPr>
      </p:pic>
      <p:sp>
        <p:nvSpPr>
          <p:cNvPr id="177" name="矩形"/>
          <p:cNvSpPr/>
          <p:nvPr/>
        </p:nvSpPr>
        <p:spPr>
          <a:xfrm>
            <a:off x="-155" y="4071828"/>
            <a:ext cx="893852" cy="173065"/>
          </a:xfrm>
          <a:prstGeom prst="rect">
            <a:avLst/>
          </a:prstGeom>
          <a:ln w="25400">
            <a:solidFill>
              <a:srgbClr val="FF2600"/>
            </a:solidFill>
            <a:bevel/>
          </a:ln>
          <a:effectLst>
            <a:outerShdw blurRad="101600" dist="25400" dir="5400000" rotWithShape="0">
              <a:srgbClr val="000000">
                <a:alpha val="75000"/>
              </a:srgbClr>
            </a:outerShdw>
          </a:effectLst>
        </p:spPr>
        <p:txBody>
          <a:bodyPr lIns="45719" rIns="45719"/>
          <a:lstStyle/>
          <a:p/>
        </p:txBody>
      </p:sp>
      <p:sp>
        <p:nvSpPr>
          <p:cNvPr id="178" name="线条"/>
          <p:cNvSpPr/>
          <p:nvPr/>
        </p:nvSpPr>
        <p:spPr>
          <a:xfrm flipH="1" flipV="1">
            <a:off x="1018678" y="4245200"/>
            <a:ext cx="893854" cy="484105"/>
          </a:xfrm>
          <a:prstGeom prst="line">
            <a:avLst/>
          </a:prstGeom>
          <a:ln w="25400">
            <a:solidFill>
              <a:srgbClr val="FF2600"/>
            </a:solidFill>
            <a:bevel/>
            <a:tailEnd type="triangle"/>
          </a:ln>
          <a:effectLst>
            <a:outerShdw blurRad="38100" dist="20000" dir="5400000" rotWithShape="0">
              <a:srgbClr val="000000">
                <a:alpha val="38000"/>
              </a:srgbClr>
            </a:outerShdw>
          </a:effectLst>
        </p:spPr>
        <p:txBody>
          <a:bodyPr lIns="45719" rIns="45719"/>
          <a:lstStyle/>
          <a:p>
            <a:pPr defTabSz="457200">
              <a:defRPr sz="1200">
                <a:latin typeface="+mj-lt"/>
                <a:ea typeface="+mj-ea"/>
                <a:cs typeface="+mj-cs"/>
                <a:sym typeface="Helvetica"/>
              </a:defRPr>
            </a:pPr>
          </a:p>
        </p:txBody>
      </p:sp>
      <p:sp>
        <p:nvSpPr>
          <p:cNvPr id="179" name="Click here to manage your key pairs …"/>
          <p:cNvSpPr txBox="1"/>
          <p:nvPr/>
        </p:nvSpPr>
        <p:spPr>
          <a:xfrm>
            <a:off x="1912418" y="4729234"/>
            <a:ext cx="4125512" cy="368300"/>
          </a:xfrm>
          <a:prstGeom prst="rect">
            <a:avLst/>
          </a:prstGeom>
          <a:ln w="12700">
            <a:miter lim="400000"/>
          </a:ln>
          <a:effectLst>
            <a:outerShdw blurRad="38100" dist="20000" dir="5400000" rotWithShape="0">
              <a:srgbClr val="000000">
                <a:alpha val="38000"/>
              </a:srgbClr>
            </a:outerShdw>
          </a:effectLst>
        </p:spPr>
        <p:txBody>
          <a:bodyPr lIns="45719" rIns="45719">
            <a:spAutoFit/>
          </a:bodyPr>
          <a:lstStyle>
            <a:lvl1pPr>
              <a:defRPr sz="1800">
                <a:solidFill>
                  <a:srgbClr val="FF2600"/>
                </a:solidFill>
              </a:defRPr>
            </a:lvl1pPr>
          </a:lstStyle>
          <a:p>
            <a:r>
              <a:rPr dirty="0"/>
              <a:t>Click here to manage your key pairs</a:t>
            </a:r>
            <a:endParaRPr dirty="0"/>
          </a:p>
        </p:txBody>
      </p:sp>
      <p:sp>
        <p:nvSpPr>
          <p:cNvPr id="9" name="Rectangle 8"/>
          <p:cNvSpPr/>
          <p:nvPr/>
        </p:nvSpPr>
        <p:spPr>
          <a:xfrm>
            <a:off x="158164" y="133692"/>
            <a:ext cx="2614818" cy="461665"/>
          </a:xfrm>
          <a:prstGeom prst="rect">
            <a:avLst/>
          </a:prstGeom>
        </p:spPr>
        <p:txBody>
          <a:bodyPr wrap="none">
            <a:spAutoFit/>
          </a:bodyPr>
          <a:lstStyle/>
          <a:p>
            <a:r>
              <a:rPr lang="en-US" dirty="0"/>
              <a:t>Create a Key Pair</a:t>
            </a:r>
            <a:endParaRPr lang="en-US" dirty="0"/>
          </a:p>
        </p:txBody>
      </p:sp>
      <p:sp>
        <p:nvSpPr>
          <p:cNvPr id="2" name="Slide Number Placeholder 1"/>
          <p:cNvSpPr>
            <a:spLocks noGrp="1"/>
          </p:cNvSpPr>
          <p:nvPr>
            <p:ph type="sldNum" sz="quarter" idx="2"/>
          </p:nvPr>
        </p:nvSpPr>
        <p:spPr/>
        <p:txBody>
          <a:bodyPr>
            <a:normAutofit lnSpcReduction="10000"/>
          </a:bodyPr>
          <a:lstStyle/>
          <a:p>
            <a:fld id="{86CB4B4D-7CA3-9044-876B-883B54F8677D}" type="slidenum">
              <a:rPr lang="en-US" smtClean="0"/>
            </a:fld>
            <a:endParaRPr lang="en-US"/>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2026-09-10 at 12.14.54 PM"/>
          <p:cNvPicPr>
            <a:picLocks noChangeAspect="1"/>
          </p:cNvPicPr>
          <p:nvPr/>
        </p:nvPicPr>
        <p:blipFill>
          <a:blip r:embed="rId1"/>
          <a:stretch>
            <a:fillRect/>
          </a:stretch>
        </p:blipFill>
        <p:spPr>
          <a:xfrm>
            <a:off x="0" y="1241425"/>
            <a:ext cx="9144000" cy="2614930"/>
          </a:xfrm>
          <a:prstGeom prst="rect">
            <a:avLst/>
          </a:prstGeom>
        </p:spPr>
      </p:pic>
      <p:sp>
        <p:nvSpPr>
          <p:cNvPr id="182" name="矩形"/>
          <p:cNvSpPr/>
          <p:nvPr/>
        </p:nvSpPr>
        <p:spPr>
          <a:xfrm>
            <a:off x="8067760" y="1324694"/>
            <a:ext cx="994834" cy="350662"/>
          </a:xfrm>
          <a:prstGeom prst="rect">
            <a:avLst/>
          </a:prstGeom>
          <a:ln w="25400">
            <a:solidFill>
              <a:srgbClr val="FF2600"/>
            </a:solidFill>
            <a:bevel/>
          </a:ln>
          <a:effectLst>
            <a:outerShdw blurRad="101600" dist="25400" dir="5400000" rotWithShape="0">
              <a:srgbClr val="000000">
                <a:alpha val="75000"/>
              </a:srgbClr>
            </a:outerShdw>
          </a:effectLst>
        </p:spPr>
        <p:txBody>
          <a:bodyPr lIns="45719" rIns="45719"/>
          <a:lstStyle/>
          <a:p/>
        </p:txBody>
      </p:sp>
      <p:sp>
        <p:nvSpPr>
          <p:cNvPr id="183" name="线条"/>
          <p:cNvSpPr/>
          <p:nvPr/>
        </p:nvSpPr>
        <p:spPr>
          <a:xfrm flipV="1">
            <a:off x="7243280" y="1824169"/>
            <a:ext cx="994834" cy="532684"/>
          </a:xfrm>
          <a:prstGeom prst="line">
            <a:avLst/>
          </a:prstGeom>
          <a:ln w="25400">
            <a:solidFill>
              <a:srgbClr val="FF2600"/>
            </a:solidFill>
            <a:bevel/>
            <a:tailEnd type="triangle"/>
          </a:ln>
          <a:effectLst>
            <a:outerShdw blurRad="38100" dist="20000" dir="5400000" rotWithShape="0">
              <a:srgbClr val="000000">
                <a:alpha val="38000"/>
              </a:srgbClr>
            </a:outerShdw>
          </a:effectLst>
        </p:spPr>
        <p:txBody>
          <a:bodyPr lIns="45719" rIns="45719"/>
          <a:lstStyle/>
          <a:p>
            <a:pPr defTabSz="457200">
              <a:defRPr sz="1200">
                <a:latin typeface="+mj-lt"/>
                <a:ea typeface="+mj-ea"/>
                <a:cs typeface="+mj-cs"/>
                <a:sym typeface="Helvetica"/>
              </a:defRPr>
            </a:pPr>
          </a:p>
        </p:txBody>
      </p:sp>
      <p:sp>
        <p:nvSpPr>
          <p:cNvPr id="184" name="… and here to create a new one."/>
          <p:cNvSpPr txBox="1"/>
          <p:nvPr/>
        </p:nvSpPr>
        <p:spPr>
          <a:xfrm>
            <a:off x="6254244" y="2488678"/>
            <a:ext cx="1983870" cy="369332"/>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lvl1pPr>
              <a:defRPr sz="1800">
                <a:solidFill>
                  <a:srgbClr val="FF2600"/>
                </a:solidFill>
              </a:defRPr>
            </a:lvl1pPr>
          </a:lstStyle>
          <a:p>
            <a:r>
              <a:rPr lang="en-US" dirty="0"/>
              <a:t>C</a:t>
            </a:r>
            <a:r>
              <a:rPr dirty="0"/>
              <a:t>reate a new one</a:t>
            </a:r>
            <a:endParaRPr dirty="0"/>
          </a:p>
        </p:txBody>
      </p:sp>
      <p:sp>
        <p:nvSpPr>
          <p:cNvPr id="8" name="Rectangle 7"/>
          <p:cNvSpPr/>
          <p:nvPr/>
        </p:nvSpPr>
        <p:spPr>
          <a:xfrm>
            <a:off x="158164" y="133692"/>
            <a:ext cx="2614818" cy="461665"/>
          </a:xfrm>
          <a:prstGeom prst="rect">
            <a:avLst/>
          </a:prstGeom>
        </p:spPr>
        <p:txBody>
          <a:bodyPr wrap="none">
            <a:spAutoFit/>
          </a:bodyPr>
          <a:lstStyle/>
          <a:p>
            <a:r>
              <a:rPr lang="en-US" dirty="0"/>
              <a:t>Create a Key Pair</a:t>
            </a:r>
            <a:endParaRPr lang="en-US" dirty="0"/>
          </a:p>
        </p:txBody>
      </p:sp>
      <p:sp>
        <p:nvSpPr>
          <p:cNvPr id="2" name="Slide Number Placeholder 1"/>
          <p:cNvSpPr>
            <a:spLocks noGrp="1"/>
          </p:cNvSpPr>
          <p:nvPr>
            <p:ph type="sldNum" sz="quarter" idx="2"/>
          </p:nvPr>
        </p:nvSpPr>
        <p:spPr/>
        <p:txBody>
          <a:bodyPr>
            <a:normAutofit lnSpcReduction="10000"/>
          </a:bodyPr>
          <a:lstStyle/>
          <a:p>
            <a:fld id="{86CB4B4D-7CA3-9044-876B-883B54F8677D}" type="slidenum">
              <a:rPr lang="en-US" smtClean="0"/>
            </a:fld>
            <a:endParaRPr lang="en-US"/>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6-09-10 at 12.15.59 PM"/>
          <p:cNvPicPr>
            <a:picLocks noChangeAspect="1"/>
          </p:cNvPicPr>
          <p:nvPr/>
        </p:nvPicPr>
        <p:blipFill>
          <a:blip r:embed="rId1"/>
          <a:stretch>
            <a:fillRect/>
          </a:stretch>
        </p:blipFill>
        <p:spPr>
          <a:xfrm>
            <a:off x="0" y="1463675"/>
            <a:ext cx="9144000" cy="3552190"/>
          </a:xfrm>
          <a:prstGeom prst="rect">
            <a:avLst/>
          </a:prstGeom>
        </p:spPr>
      </p:pic>
      <p:sp>
        <p:nvSpPr>
          <p:cNvPr id="182" name="矩形"/>
          <p:cNvSpPr/>
          <p:nvPr/>
        </p:nvSpPr>
        <p:spPr>
          <a:xfrm>
            <a:off x="144145" y="2115820"/>
            <a:ext cx="2174875" cy="401955"/>
          </a:xfrm>
          <a:prstGeom prst="rect">
            <a:avLst/>
          </a:prstGeom>
          <a:ln w="25400">
            <a:solidFill>
              <a:srgbClr val="FF2600"/>
            </a:solidFill>
            <a:bevel/>
          </a:ln>
          <a:effectLst>
            <a:outerShdw blurRad="101600" dist="25400" dir="5400000" rotWithShape="0">
              <a:srgbClr val="000000">
                <a:alpha val="75000"/>
              </a:srgbClr>
            </a:outerShdw>
          </a:effectLst>
        </p:spPr>
        <p:txBody>
          <a:bodyPr lIns="45719" rIns="45719"/>
          <a:lstStyle/>
          <a:p/>
        </p:txBody>
      </p:sp>
      <p:sp>
        <p:nvSpPr>
          <p:cNvPr id="183" name="线条"/>
          <p:cNvSpPr/>
          <p:nvPr/>
        </p:nvSpPr>
        <p:spPr>
          <a:xfrm flipH="1" flipV="1">
            <a:off x="2318763" y="2663190"/>
            <a:ext cx="630194" cy="401595"/>
          </a:xfrm>
          <a:prstGeom prst="line">
            <a:avLst/>
          </a:prstGeom>
          <a:ln w="25400">
            <a:solidFill>
              <a:srgbClr val="FF2600"/>
            </a:solidFill>
            <a:bevel/>
            <a:tailEnd type="triangle"/>
          </a:ln>
          <a:effectLst>
            <a:outerShdw blurRad="38100" dist="20000" dir="5400000" rotWithShape="0">
              <a:srgbClr val="000000">
                <a:alpha val="38000"/>
              </a:srgbClr>
            </a:outerShdw>
          </a:effectLst>
        </p:spPr>
        <p:txBody>
          <a:bodyPr lIns="45719" rIns="45719"/>
          <a:lstStyle/>
          <a:p>
            <a:pPr defTabSz="457200">
              <a:defRPr sz="1200">
                <a:latin typeface="+mj-lt"/>
                <a:ea typeface="+mj-ea"/>
                <a:cs typeface="+mj-cs"/>
                <a:sym typeface="Helvetica"/>
              </a:defRPr>
            </a:pPr>
          </a:p>
        </p:txBody>
      </p:sp>
      <p:sp>
        <p:nvSpPr>
          <p:cNvPr id="184" name="… and here to create a new one."/>
          <p:cNvSpPr txBox="1"/>
          <p:nvPr/>
        </p:nvSpPr>
        <p:spPr>
          <a:xfrm>
            <a:off x="2505839" y="3059292"/>
            <a:ext cx="2098924" cy="369332"/>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lvl1pPr>
              <a:defRPr sz="1800">
                <a:solidFill>
                  <a:srgbClr val="FF2600"/>
                </a:solidFill>
              </a:defRPr>
            </a:lvl1pPr>
          </a:lstStyle>
          <a:p>
            <a:r>
              <a:rPr lang="en-US" dirty="0"/>
              <a:t>Think of a name</a:t>
            </a:r>
            <a:endParaRPr dirty="0"/>
          </a:p>
        </p:txBody>
      </p:sp>
      <p:sp>
        <p:nvSpPr>
          <p:cNvPr id="9" name="… and here to create a new one."/>
          <p:cNvSpPr txBox="1"/>
          <p:nvPr/>
        </p:nvSpPr>
        <p:spPr>
          <a:xfrm>
            <a:off x="4351884" y="5730137"/>
            <a:ext cx="4792355" cy="369332"/>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lvl1pPr>
              <a:defRPr sz="1800">
                <a:solidFill>
                  <a:srgbClr val="FF2600"/>
                </a:solidFill>
              </a:defRPr>
            </a:lvl1pPr>
          </a:lstStyle>
          <a:p>
            <a:r>
              <a:rPr lang="en-US" dirty="0"/>
              <a:t>Let other fields set by default... then create!</a:t>
            </a:r>
            <a:endParaRPr dirty="0"/>
          </a:p>
        </p:txBody>
      </p:sp>
      <p:sp>
        <p:nvSpPr>
          <p:cNvPr id="10" name="线条"/>
          <p:cNvSpPr/>
          <p:nvPr/>
        </p:nvSpPr>
        <p:spPr>
          <a:xfrm flipV="1">
            <a:off x="7458075" y="5011420"/>
            <a:ext cx="932180" cy="641985"/>
          </a:xfrm>
          <a:prstGeom prst="line">
            <a:avLst/>
          </a:prstGeom>
          <a:ln w="25400">
            <a:solidFill>
              <a:srgbClr val="FF2600"/>
            </a:solidFill>
            <a:bevel/>
            <a:tailEnd type="triangle"/>
          </a:ln>
          <a:effectLst>
            <a:outerShdw blurRad="38100" dist="20000" dir="5400000" rotWithShape="0">
              <a:srgbClr val="000000">
                <a:alpha val="38000"/>
              </a:srgbClr>
            </a:outerShdw>
          </a:effectLst>
        </p:spPr>
        <p:txBody>
          <a:bodyPr lIns="45719" rIns="45719"/>
          <a:lstStyle/>
          <a:p>
            <a:pPr defTabSz="457200">
              <a:defRPr sz="1200">
                <a:latin typeface="+mj-lt"/>
                <a:ea typeface="+mj-ea"/>
                <a:cs typeface="+mj-cs"/>
                <a:sym typeface="Helvetica"/>
              </a:defRPr>
            </a:pPr>
          </a:p>
        </p:txBody>
      </p:sp>
      <p:sp>
        <p:nvSpPr>
          <p:cNvPr id="11" name="Rectangle 10"/>
          <p:cNvSpPr/>
          <p:nvPr/>
        </p:nvSpPr>
        <p:spPr>
          <a:xfrm>
            <a:off x="158164" y="133692"/>
            <a:ext cx="2614818" cy="461665"/>
          </a:xfrm>
          <a:prstGeom prst="rect">
            <a:avLst/>
          </a:prstGeom>
        </p:spPr>
        <p:txBody>
          <a:bodyPr wrap="none">
            <a:spAutoFit/>
          </a:bodyPr>
          <a:lstStyle/>
          <a:p>
            <a:r>
              <a:rPr lang="en-US" dirty="0"/>
              <a:t>Create a Key Pair</a:t>
            </a:r>
            <a:endParaRPr lang="en-US" dirty="0"/>
          </a:p>
        </p:txBody>
      </p:sp>
      <p:sp>
        <p:nvSpPr>
          <p:cNvPr id="2" name="Slide Number Placeholder 1"/>
          <p:cNvSpPr>
            <a:spLocks noGrp="1"/>
          </p:cNvSpPr>
          <p:nvPr>
            <p:ph type="sldNum" sz="quarter" idx="2"/>
          </p:nvPr>
        </p:nvSpPr>
        <p:spPr/>
        <p:txBody>
          <a:bodyPr>
            <a:normAutofit lnSpcReduction="10000"/>
          </a:bodyPr>
          <a:lstStyle/>
          <a:p>
            <a:fld id="{86CB4B4D-7CA3-9044-876B-883B54F8677D}" type="slidenum">
              <a:rPr lang="en-US" smtClean="0"/>
            </a:fld>
            <a:endParaRPr lang="en-US"/>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2026-09-10 at 12.17.12 PM"/>
          <p:cNvPicPr>
            <a:picLocks noChangeAspect="1"/>
          </p:cNvPicPr>
          <p:nvPr/>
        </p:nvPicPr>
        <p:blipFill>
          <a:blip r:embed="rId1"/>
          <a:stretch>
            <a:fillRect/>
          </a:stretch>
        </p:blipFill>
        <p:spPr>
          <a:xfrm>
            <a:off x="0" y="1357630"/>
            <a:ext cx="9144000" cy="2184400"/>
          </a:xfrm>
          <a:prstGeom prst="rect">
            <a:avLst/>
          </a:prstGeom>
        </p:spPr>
      </p:pic>
      <p:sp>
        <p:nvSpPr>
          <p:cNvPr id="182" name="矩形"/>
          <p:cNvSpPr/>
          <p:nvPr/>
        </p:nvSpPr>
        <p:spPr>
          <a:xfrm>
            <a:off x="151765" y="1434465"/>
            <a:ext cx="3335020" cy="208915"/>
          </a:xfrm>
          <a:prstGeom prst="rect">
            <a:avLst/>
          </a:prstGeom>
          <a:ln w="25400">
            <a:solidFill>
              <a:srgbClr val="FF2600"/>
            </a:solidFill>
            <a:bevel/>
          </a:ln>
          <a:effectLst>
            <a:outerShdw blurRad="101600" dist="25400" dir="5400000" rotWithShape="0">
              <a:srgbClr val="000000">
                <a:alpha val="75000"/>
              </a:srgbClr>
            </a:outerShdw>
          </a:effectLst>
        </p:spPr>
        <p:txBody>
          <a:bodyPr lIns="45719" rIns="45719"/>
          <a:lstStyle/>
          <a:p/>
        </p:txBody>
      </p:sp>
      <p:sp>
        <p:nvSpPr>
          <p:cNvPr id="183" name="线条"/>
          <p:cNvSpPr/>
          <p:nvPr/>
        </p:nvSpPr>
        <p:spPr>
          <a:xfrm flipH="1">
            <a:off x="3002898" y="848445"/>
            <a:ext cx="582880" cy="401592"/>
          </a:xfrm>
          <a:prstGeom prst="line">
            <a:avLst/>
          </a:prstGeom>
          <a:ln w="25400">
            <a:solidFill>
              <a:srgbClr val="FF2600"/>
            </a:solidFill>
            <a:bevel/>
            <a:tailEnd type="triangle"/>
          </a:ln>
          <a:effectLst>
            <a:outerShdw blurRad="38100" dist="20000" dir="5400000" rotWithShape="0">
              <a:srgbClr val="000000">
                <a:alpha val="38000"/>
              </a:srgbClr>
            </a:outerShdw>
          </a:effectLst>
        </p:spPr>
        <p:txBody>
          <a:bodyPr lIns="45719" rIns="45719"/>
          <a:lstStyle/>
          <a:p>
            <a:pPr defTabSz="457200">
              <a:defRPr sz="1200">
                <a:latin typeface="+mj-lt"/>
                <a:ea typeface="+mj-ea"/>
                <a:cs typeface="+mj-cs"/>
                <a:sym typeface="Helvetica"/>
              </a:defRPr>
            </a:pPr>
          </a:p>
        </p:txBody>
      </p:sp>
      <p:sp>
        <p:nvSpPr>
          <p:cNvPr id="184" name="… and here to create a new one."/>
          <p:cNvSpPr txBox="1"/>
          <p:nvPr/>
        </p:nvSpPr>
        <p:spPr>
          <a:xfrm>
            <a:off x="3646968" y="202250"/>
            <a:ext cx="2098924" cy="646331"/>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lvl1pPr>
              <a:defRPr sz="1800">
                <a:solidFill>
                  <a:srgbClr val="FF2600"/>
                </a:solidFill>
              </a:defRPr>
            </a:lvl1pPr>
          </a:lstStyle>
          <a:p>
            <a:r>
              <a:rPr lang="en-US" dirty="0"/>
              <a:t>On success, you see a banner</a:t>
            </a:r>
            <a:endParaRPr dirty="0"/>
          </a:p>
        </p:txBody>
      </p:sp>
      <p:sp>
        <p:nvSpPr>
          <p:cNvPr id="9" name="… and here to create a new one."/>
          <p:cNvSpPr txBox="1"/>
          <p:nvPr/>
        </p:nvSpPr>
        <p:spPr>
          <a:xfrm>
            <a:off x="922655" y="4564380"/>
            <a:ext cx="7578725" cy="922020"/>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lvl1pPr>
              <a:defRPr sz="1800">
                <a:solidFill>
                  <a:srgbClr val="FF2600"/>
                </a:solidFill>
              </a:defRPr>
            </a:lvl1pPr>
          </a:lstStyle>
          <a:p>
            <a:r>
              <a:rPr lang="en-US" dirty="0"/>
              <a:t>And a file is automatically downloaded...</a:t>
            </a:r>
            <a:endParaRPr lang="en-US" dirty="0"/>
          </a:p>
          <a:p>
            <a:r>
              <a:rPr lang="en-US" dirty="0"/>
              <a:t>That is the private key that you can use to access</a:t>
            </a:r>
            <a:endParaRPr lang="en-US" dirty="0"/>
          </a:p>
          <a:p>
            <a:r>
              <a:rPr lang="en-US" dirty="0"/>
              <a:t>your EC2 instances thereafter, so keep it safely!</a:t>
            </a:r>
            <a:endParaRPr dirty="0"/>
          </a:p>
        </p:txBody>
      </p:sp>
      <p:sp>
        <p:nvSpPr>
          <p:cNvPr id="14" name="Rectangle 13"/>
          <p:cNvSpPr/>
          <p:nvPr/>
        </p:nvSpPr>
        <p:spPr>
          <a:xfrm>
            <a:off x="158164" y="133692"/>
            <a:ext cx="2614818" cy="461665"/>
          </a:xfrm>
          <a:prstGeom prst="rect">
            <a:avLst/>
          </a:prstGeom>
        </p:spPr>
        <p:txBody>
          <a:bodyPr wrap="none">
            <a:spAutoFit/>
          </a:bodyPr>
          <a:lstStyle/>
          <a:p>
            <a:r>
              <a:rPr lang="en-US" dirty="0"/>
              <a:t>Create a Key Pair</a:t>
            </a:r>
            <a:endParaRPr lang="en-US" dirty="0"/>
          </a:p>
        </p:txBody>
      </p:sp>
      <p:sp>
        <p:nvSpPr>
          <p:cNvPr id="2" name="Slide Number Placeholder 1"/>
          <p:cNvSpPr>
            <a:spLocks noGrp="1"/>
          </p:cNvSpPr>
          <p:nvPr>
            <p:ph type="sldNum" sz="quarter" idx="2"/>
          </p:nvPr>
        </p:nvSpPr>
        <p:spPr/>
        <p:txBody>
          <a:bodyPr>
            <a:normAutofit lnSpcReduction="10000"/>
          </a:bodyPr>
          <a:lstStyle/>
          <a:p>
            <a:fld id="{86CB4B4D-7CA3-9044-876B-883B54F8677D}" type="slidenum">
              <a:rPr lang="en-US" smtClean="0"/>
            </a:fld>
            <a:endParaRPr lang="en-US"/>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2026-09-10 at 12.18.08 PM"/>
          <p:cNvPicPr>
            <a:picLocks noChangeAspect="1"/>
          </p:cNvPicPr>
          <p:nvPr/>
        </p:nvPicPr>
        <p:blipFill>
          <a:blip r:embed="rId1"/>
          <a:stretch>
            <a:fillRect/>
          </a:stretch>
        </p:blipFill>
        <p:spPr>
          <a:xfrm>
            <a:off x="0" y="1274445"/>
            <a:ext cx="9144000" cy="3537585"/>
          </a:xfrm>
          <a:prstGeom prst="rect">
            <a:avLst/>
          </a:prstGeom>
        </p:spPr>
      </p:pic>
      <p:sp>
        <p:nvSpPr>
          <p:cNvPr id="187" name="矩形"/>
          <p:cNvSpPr/>
          <p:nvPr/>
        </p:nvSpPr>
        <p:spPr>
          <a:xfrm>
            <a:off x="8103235" y="1438910"/>
            <a:ext cx="1040765" cy="296545"/>
          </a:xfrm>
          <a:prstGeom prst="rect">
            <a:avLst/>
          </a:prstGeom>
          <a:ln w="25400">
            <a:solidFill>
              <a:srgbClr val="FF2600"/>
            </a:solidFill>
            <a:bevel/>
          </a:ln>
          <a:effectLst>
            <a:outerShdw blurRad="101600" dist="25400" dir="5400000" rotWithShape="0">
              <a:srgbClr val="000000">
                <a:alpha val="75000"/>
              </a:srgbClr>
            </a:outerShdw>
          </a:effectLst>
        </p:spPr>
        <p:txBody>
          <a:bodyPr lIns="45719" rIns="45719"/>
          <a:lstStyle/>
          <a:p/>
        </p:txBody>
      </p:sp>
      <p:sp>
        <p:nvSpPr>
          <p:cNvPr id="188" name="With the key pair, we are ready to launch instances."/>
          <p:cNvSpPr txBox="1"/>
          <p:nvPr/>
        </p:nvSpPr>
        <p:spPr>
          <a:xfrm>
            <a:off x="5317223" y="2811638"/>
            <a:ext cx="2876756" cy="617362"/>
          </a:xfrm>
          <a:prstGeom prst="rect">
            <a:avLst/>
          </a:prstGeom>
          <a:ln w="12700">
            <a:miter lim="400000"/>
          </a:ln>
          <a:effectLst>
            <a:outerShdw blurRad="38100" dist="20000" dir="5400000" rotWithShape="0">
              <a:srgbClr val="000000">
                <a:alpha val="38000"/>
              </a:srgbClr>
            </a:outerShdw>
          </a:effectLst>
        </p:spPr>
        <p:txBody>
          <a:bodyPr lIns="45719" rIns="45719">
            <a:spAutoFit/>
          </a:bodyPr>
          <a:lstStyle>
            <a:lvl1pPr>
              <a:defRPr sz="1800">
                <a:solidFill>
                  <a:srgbClr val="FF2600"/>
                </a:solidFill>
              </a:defRPr>
            </a:lvl1pPr>
          </a:lstStyle>
          <a:p>
            <a:r>
              <a:rPr dirty="0"/>
              <a:t>With the key pair, we are ready to launch instances.</a:t>
            </a:r>
            <a:endParaRPr dirty="0"/>
          </a:p>
        </p:txBody>
      </p:sp>
      <p:sp>
        <p:nvSpPr>
          <p:cNvPr id="189" name="线条"/>
          <p:cNvSpPr/>
          <p:nvPr/>
        </p:nvSpPr>
        <p:spPr>
          <a:xfrm flipV="1">
            <a:off x="7564960" y="1862414"/>
            <a:ext cx="629491" cy="949217"/>
          </a:xfrm>
          <a:prstGeom prst="line">
            <a:avLst/>
          </a:prstGeom>
          <a:ln w="25400">
            <a:solidFill>
              <a:srgbClr val="FF2600"/>
            </a:solidFill>
            <a:bevel/>
            <a:tailEnd type="triangle"/>
          </a:ln>
          <a:effectLst>
            <a:outerShdw blurRad="38100" dist="20000" dir="5400000" rotWithShape="0">
              <a:srgbClr val="000000">
                <a:alpha val="38000"/>
              </a:srgbClr>
            </a:outerShdw>
          </a:effectLst>
        </p:spPr>
        <p:txBody>
          <a:bodyPr lIns="45719" rIns="45719"/>
          <a:lstStyle/>
          <a:p>
            <a:pPr defTabSz="457200">
              <a:defRPr sz="1200">
                <a:latin typeface="+mj-lt"/>
                <a:ea typeface="+mj-ea"/>
                <a:cs typeface="+mj-cs"/>
                <a:sym typeface="Helvetica"/>
              </a:defRPr>
            </a:pPr>
          </a:p>
        </p:txBody>
      </p:sp>
      <p:sp>
        <p:nvSpPr>
          <p:cNvPr id="6" name="Rectangle 5"/>
          <p:cNvSpPr/>
          <p:nvPr/>
        </p:nvSpPr>
        <p:spPr>
          <a:xfrm>
            <a:off x="158164" y="133692"/>
            <a:ext cx="3541354" cy="461665"/>
          </a:xfrm>
          <a:prstGeom prst="rect">
            <a:avLst/>
          </a:prstGeom>
        </p:spPr>
        <p:txBody>
          <a:bodyPr wrap="none">
            <a:spAutoFit/>
          </a:bodyPr>
          <a:lstStyle/>
          <a:p>
            <a:r>
              <a:rPr lang="en-US" dirty="0"/>
              <a:t>Launch an EC2 instance</a:t>
            </a:r>
            <a:endParaRPr lang="en-US" dirty="0"/>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6-09-10 at 12.22.25 PM"/>
          <p:cNvPicPr>
            <a:picLocks noChangeAspect="1"/>
          </p:cNvPicPr>
          <p:nvPr/>
        </p:nvPicPr>
        <p:blipFill>
          <a:blip r:embed="rId1"/>
          <a:stretch>
            <a:fillRect/>
          </a:stretch>
        </p:blipFill>
        <p:spPr>
          <a:xfrm>
            <a:off x="0" y="963930"/>
            <a:ext cx="9144000" cy="5165725"/>
          </a:xfrm>
          <a:prstGeom prst="rect">
            <a:avLst/>
          </a:prstGeom>
        </p:spPr>
      </p:pic>
      <p:sp>
        <p:nvSpPr>
          <p:cNvPr id="192" name="1. Scroll down and select this one."/>
          <p:cNvSpPr txBox="1"/>
          <p:nvPr/>
        </p:nvSpPr>
        <p:spPr>
          <a:xfrm>
            <a:off x="198424" y="3592846"/>
            <a:ext cx="2914646" cy="369332"/>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lvl1pPr>
              <a:defRPr sz="1800">
                <a:solidFill>
                  <a:srgbClr val="FF2600"/>
                </a:solidFill>
              </a:defRPr>
            </a:lvl1pPr>
          </a:lstStyle>
          <a:p>
            <a:endParaRPr dirty="0"/>
          </a:p>
        </p:txBody>
      </p:sp>
      <p:cxnSp>
        <p:nvCxnSpPr>
          <p:cNvPr id="8" name="直线箭头连接符 7"/>
          <p:cNvCxnSpPr/>
          <p:nvPr/>
        </p:nvCxnSpPr>
        <p:spPr>
          <a:xfrm flipV="1">
            <a:off x="4127157" y="2760930"/>
            <a:ext cx="666115" cy="2750185"/>
          </a:xfrm>
          <a:prstGeom prst="straightConnector1">
            <a:avLst/>
          </a:prstGeom>
          <a:noFill/>
          <a:ln w="25400" cap="flat">
            <a:solidFill>
              <a:srgbClr val="FF0000"/>
            </a:solidFill>
            <a:prstDash val="solid"/>
            <a:bevel/>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10" name="矩形"/>
          <p:cNvSpPr/>
          <p:nvPr/>
        </p:nvSpPr>
        <p:spPr>
          <a:xfrm>
            <a:off x="198120" y="1916430"/>
            <a:ext cx="8386445" cy="522605"/>
          </a:xfrm>
          <a:prstGeom prst="rect">
            <a:avLst/>
          </a:prstGeom>
          <a:ln w="25400">
            <a:solidFill>
              <a:srgbClr val="FF2600"/>
            </a:solidFill>
            <a:bevel/>
          </a:ln>
          <a:effectLst>
            <a:outerShdw blurRad="101600" dist="25400" dir="5400000" rotWithShape="0">
              <a:srgbClr val="000000">
                <a:alpha val="75000"/>
              </a:srgbClr>
            </a:outerShdw>
          </a:effectLst>
        </p:spPr>
        <p:txBody>
          <a:bodyPr lIns="45719" rIns="45719"/>
          <a:lstStyle/>
          <a:p/>
        </p:txBody>
      </p:sp>
      <p:sp>
        <p:nvSpPr>
          <p:cNvPr id="13" name="With the key pair, we are ready to launch instances."/>
          <p:cNvSpPr txBox="1"/>
          <p:nvPr/>
        </p:nvSpPr>
        <p:spPr>
          <a:xfrm>
            <a:off x="1717531" y="5609505"/>
            <a:ext cx="5411033" cy="645160"/>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lvl1pPr>
              <a:defRPr sz="1800">
                <a:solidFill>
                  <a:srgbClr val="FF2600"/>
                </a:solidFill>
              </a:defRPr>
            </a:lvl1pPr>
          </a:lstStyle>
          <a:p>
            <a:r>
              <a:rPr lang="en-US" altLang="zh-CN" dirty="0">
                <a:solidFill>
                  <a:srgbClr val="FF0000"/>
                </a:solidFill>
              </a:rPr>
              <a:t>Ubuntu is recommended</a:t>
            </a:r>
            <a:endParaRPr lang="en-US" altLang="zh-CN" dirty="0">
              <a:solidFill>
                <a:srgbClr val="FF0000"/>
              </a:solidFill>
            </a:endParaRPr>
          </a:p>
          <a:p>
            <a:r>
              <a:rPr lang="en-US" altLang="zh-CN" dirty="0">
                <a:solidFill>
                  <a:srgbClr val="FF0000"/>
                </a:solidFill>
              </a:rPr>
              <a:t>For example, choose Ubuntu 24.04 and click Select</a:t>
            </a:r>
            <a:endParaRPr lang="zh-CN" altLang="en-US" dirty="0">
              <a:solidFill>
                <a:srgbClr val="FF0000"/>
              </a:solidFill>
            </a:endParaRPr>
          </a:p>
        </p:txBody>
      </p:sp>
      <p:sp>
        <p:nvSpPr>
          <p:cNvPr id="15" name="Rectangle 14"/>
          <p:cNvSpPr/>
          <p:nvPr/>
        </p:nvSpPr>
        <p:spPr>
          <a:xfrm>
            <a:off x="158164" y="133692"/>
            <a:ext cx="3541354" cy="461665"/>
          </a:xfrm>
          <a:prstGeom prst="rect">
            <a:avLst/>
          </a:prstGeom>
        </p:spPr>
        <p:txBody>
          <a:bodyPr wrap="none">
            <a:spAutoFit/>
          </a:bodyPr>
          <a:lstStyle/>
          <a:p>
            <a:r>
              <a:rPr lang="en-US" dirty="0"/>
              <a:t>Launch an EC2 instance</a:t>
            </a:r>
            <a:endParaRPr lang="en-US" dirty="0"/>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Server OS in EC2"/>
          <p:cNvSpPr txBox="1">
            <a:spLocks noGrp="1"/>
          </p:cNvSpPr>
          <p:nvPr>
            <p:ph type="title"/>
          </p:nvPr>
        </p:nvSpPr>
        <p:spPr>
          <a:prstGeom prst="rect">
            <a:avLst/>
          </a:prstGeom>
        </p:spPr>
        <p:txBody>
          <a:bodyPr/>
          <a:lstStyle/>
          <a:p>
            <a:r>
              <a:t>Server OS in EC2</a:t>
            </a:r>
          </a:p>
        </p:txBody>
      </p:sp>
      <p:sp>
        <p:nvSpPr>
          <p:cNvPr id="196" name="Common server OS’es: Linux (RedHat, openSUSE, Debian, CentOS, Ubuntu, Amazon Linux) and Windows Server.…"/>
          <p:cNvSpPr txBox="1">
            <a:spLocks noGrp="1"/>
          </p:cNvSpPr>
          <p:nvPr>
            <p:ph type="body" idx="1"/>
          </p:nvPr>
        </p:nvSpPr>
        <p:spPr>
          <a:prstGeom prst="rect">
            <a:avLst/>
          </a:prstGeom>
        </p:spPr>
        <p:txBody>
          <a:bodyPr/>
          <a:lstStyle/>
          <a:p>
            <a:r>
              <a:t>Common server OS’es: Linux (RedHat, openSUSE, Debian, CentOS, Ubuntu, Amazon Linux) and Windows Server.</a:t>
            </a:r>
          </a:p>
          <a:p>
            <a:r>
              <a:t>There are over 5000 OS images in EC2 to choose from. (2996 versions of ubuntu!)</a:t>
            </a:r>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2026-09-10 at 12.23.50 PM"/>
          <p:cNvPicPr>
            <a:picLocks noChangeAspect="1"/>
          </p:cNvPicPr>
          <p:nvPr/>
        </p:nvPicPr>
        <p:blipFill>
          <a:blip r:embed="rId1"/>
          <a:stretch>
            <a:fillRect/>
          </a:stretch>
        </p:blipFill>
        <p:spPr>
          <a:xfrm>
            <a:off x="0" y="1323340"/>
            <a:ext cx="9144000" cy="4367530"/>
          </a:xfrm>
          <a:prstGeom prst="rect">
            <a:avLst/>
          </a:prstGeom>
        </p:spPr>
      </p:pic>
      <p:sp>
        <p:nvSpPr>
          <p:cNvPr id="10" name="With the key pair, we are ready to launch instances."/>
          <p:cNvSpPr txBox="1"/>
          <p:nvPr/>
        </p:nvSpPr>
        <p:spPr>
          <a:xfrm>
            <a:off x="290384" y="5800978"/>
            <a:ext cx="5535826" cy="923330"/>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lvl1pPr>
              <a:defRPr sz="1800">
                <a:solidFill>
                  <a:srgbClr val="FF2600"/>
                </a:solidFill>
              </a:defRPr>
            </a:lvl1pPr>
          </a:lstStyle>
          <a:p>
            <a:r>
              <a:rPr lang="en-US" altLang="zh-CN" dirty="0">
                <a:solidFill>
                  <a:srgbClr val="FF0000"/>
                </a:solidFill>
              </a:rPr>
              <a:t>For example, choose t3.micro</a:t>
            </a:r>
            <a:endParaRPr lang="en-US" altLang="zh-CN" dirty="0">
              <a:solidFill>
                <a:srgbClr val="FF0000"/>
              </a:solidFill>
            </a:endParaRPr>
          </a:p>
          <a:p>
            <a:r>
              <a:rPr lang="en-US" altLang="zh-CN" dirty="0">
                <a:solidFill>
                  <a:srgbClr val="FF0000"/>
                </a:solidFill>
              </a:rPr>
              <a:t>where t3: one class of General Purpose instances</a:t>
            </a:r>
            <a:endParaRPr lang="en-US" altLang="zh-CN" dirty="0">
              <a:solidFill>
                <a:srgbClr val="FF0000"/>
              </a:solidFill>
            </a:endParaRPr>
          </a:p>
          <a:p>
            <a:r>
              <a:rPr lang="en-US" altLang="zh-CN" dirty="0">
                <a:solidFill>
                  <a:srgbClr val="FF0000"/>
                </a:solidFill>
              </a:rPr>
              <a:t>           micro: one tier of hardware specifications</a:t>
            </a:r>
            <a:endParaRPr lang="en-US" dirty="0"/>
          </a:p>
        </p:txBody>
      </p:sp>
      <p:cxnSp>
        <p:nvCxnSpPr>
          <p:cNvPr id="11" name="直线箭头连接符 7"/>
          <p:cNvCxnSpPr/>
          <p:nvPr/>
        </p:nvCxnSpPr>
        <p:spPr>
          <a:xfrm flipH="1" flipV="1">
            <a:off x="2681691" y="3494450"/>
            <a:ext cx="172720" cy="2196465"/>
          </a:xfrm>
          <a:prstGeom prst="straightConnector1">
            <a:avLst/>
          </a:prstGeom>
          <a:noFill/>
          <a:ln w="25400" cap="flat">
            <a:solidFill>
              <a:srgbClr val="FF0000"/>
            </a:solidFill>
            <a:prstDash val="solid"/>
            <a:bevel/>
            <a:tailEnd type="triangle"/>
          </a:ln>
          <a:effectLst>
            <a:outerShdw blurRad="38100" dist="20000" dir="5400000" rotWithShape="0">
              <a:srgbClr val="000000">
                <a:alpha val="38000"/>
              </a:srgbClr>
            </a:outerShdw>
          </a:effectLst>
          <a:sp3d/>
        </p:spPr>
        <p:style>
          <a:lnRef idx="0">
            <a:scrgbClr r="0" g="0" b="0"/>
          </a:lnRef>
          <a:fillRef idx="0">
            <a:scrgbClr r="0" g="0" b="0"/>
          </a:fillRef>
          <a:effectRef idx="0">
            <a:scrgbClr r="0" g="0" b="0"/>
          </a:effectRef>
          <a:fontRef idx="none"/>
        </p:style>
      </p:cxnSp>
      <p:sp>
        <p:nvSpPr>
          <p:cNvPr id="14" name="矩形"/>
          <p:cNvSpPr/>
          <p:nvPr/>
        </p:nvSpPr>
        <p:spPr>
          <a:xfrm>
            <a:off x="0" y="2344420"/>
            <a:ext cx="6650990" cy="923925"/>
          </a:xfrm>
          <a:prstGeom prst="rect">
            <a:avLst/>
          </a:prstGeom>
          <a:ln w="25400">
            <a:solidFill>
              <a:srgbClr val="FF2600"/>
            </a:solidFill>
            <a:bevel/>
          </a:ln>
          <a:effectLst>
            <a:outerShdw blurRad="101600" dist="25400" dir="5400000" rotWithShape="0">
              <a:srgbClr val="000000">
                <a:alpha val="75000"/>
              </a:srgbClr>
            </a:outerShdw>
          </a:effectLst>
        </p:spPr>
        <p:txBody>
          <a:bodyPr lIns="45719" rIns="45719"/>
          <a:lstStyle/>
          <a:p/>
        </p:txBody>
      </p:sp>
      <p:sp>
        <p:nvSpPr>
          <p:cNvPr id="22" name="Rectangle 21"/>
          <p:cNvSpPr/>
          <p:nvPr/>
        </p:nvSpPr>
        <p:spPr>
          <a:xfrm>
            <a:off x="158164" y="133692"/>
            <a:ext cx="3541354" cy="461665"/>
          </a:xfrm>
          <a:prstGeom prst="rect">
            <a:avLst/>
          </a:prstGeom>
        </p:spPr>
        <p:txBody>
          <a:bodyPr wrap="none">
            <a:spAutoFit/>
          </a:bodyPr>
          <a:lstStyle/>
          <a:p>
            <a:r>
              <a:rPr lang="en-US" dirty="0"/>
              <a:t>Launch an EC2 instance</a:t>
            </a:r>
            <a:endParaRPr lang="en-US" dirty="0"/>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2"/>
          </p:nvPr>
        </p:nvSpPr>
        <p:spPr/>
        <p:txBody>
          <a:bodyPr/>
          <a:p>
            <a:fld id="{86CB4B4D-7CA3-9044-876B-883B54F8677D}" type="slidenum">
              <a:rPr/>
            </a:fld>
            <a:endParaRPr/>
          </a:p>
        </p:txBody>
      </p:sp>
      <p:pic>
        <p:nvPicPr>
          <p:cNvPr id="3" name="Picture 2" descr="Screenshot 2026-09-10 at 12.29.17 PM"/>
          <p:cNvPicPr>
            <a:picLocks noChangeAspect="1"/>
          </p:cNvPicPr>
          <p:nvPr/>
        </p:nvPicPr>
        <p:blipFill>
          <a:blip r:embed="rId1"/>
          <a:stretch>
            <a:fillRect/>
          </a:stretch>
        </p:blipFill>
        <p:spPr>
          <a:xfrm>
            <a:off x="0" y="1144905"/>
            <a:ext cx="9144000" cy="3448050"/>
          </a:xfrm>
          <a:prstGeom prst="rect">
            <a:avLst/>
          </a:prstGeom>
        </p:spPr>
      </p:pic>
      <p:sp>
        <p:nvSpPr>
          <p:cNvPr id="6" name="Rectangle 5"/>
          <p:cNvSpPr/>
          <p:nvPr/>
        </p:nvSpPr>
        <p:spPr>
          <a:xfrm>
            <a:off x="158164" y="133692"/>
            <a:ext cx="3541354" cy="461665"/>
          </a:xfrm>
          <a:prstGeom prst="rect">
            <a:avLst/>
          </a:prstGeom>
        </p:spPr>
        <p:txBody>
          <a:bodyPr wrap="none">
            <a:spAutoFit/>
          </a:bodyPr>
          <a:lstStyle/>
          <a:p>
            <a:r>
              <a:rPr lang="en-US" dirty="0"/>
              <a:t>Launch an EC2 instance</a:t>
            </a:r>
            <a:endParaRPr lang="en-US" dirty="0"/>
          </a:p>
        </p:txBody>
      </p:sp>
      <p:grpSp>
        <p:nvGrpSpPr>
          <p:cNvPr id="4" name="组合 2"/>
          <p:cNvGrpSpPr/>
          <p:nvPr/>
        </p:nvGrpSpPr>
        <p:grpSpPr>
          <a:xfrm>
            <a:off x="1253464" y="4363915"/>
            <a:ext cx="4181209" cy="706558"/>
            <a:chOff x="1448620" y="4442638"/>
            <a:chExt cx="2920652" cy="706558"/>
          </a:xfrm>
        </p:grpSpPr>
        <p:sp>
          <p:nvSpPr>
            <p:cNvPr id="233" name="5. [Optional] Add tags."/>
            <p:cNvSpPr txBox="1"/>
            <p:nvPr/>
          </p:nvSpPr>
          <p:spPr>
            <a:xfrm>
              <a:off x="1448620" y="4780896"/>
              <a:ext cx="2920652" cy="368300"/>
            </a:xfrm>
            <a:prstGeom prst="rect">
              <a:avLst/>
            </a:prstGeom>
            <a:ln w="12700">
              <a:miter lim="400000"/>
            </a:ln>
            <a:effectLst>
              <a:outerShdw blurRad="38100" dist="20000" dir="5400000" rotWithShape="0">
                <a:srgbClr val="000000">
                  <a:alpha val="38000"/>
                </a:srgbClr>
              </a:outerShdw>
            </a:effectLst>
          </p:spPr>
          <p:txBody>
            <a:bodyPr lIns="45719" rIns="45719">
              <a:spAutoFit/>
            </a:bodyPr>
            <a:lstStyle>
              <a:lvl1pPr>
                <a:defRPr sz="1800">
                  <a:solidFill>
                    <a:srgbClr val="FF2600"/>
                  </a:solidFill>
                </a:defRPr>
              </a:lvl1pPr>
            </a:lstStyle>
            <a:p>
              <a:r>
                <a:rPr lang="en-US" dirty="0"/>
                <a:t>Choose your key pair</a:t>
              </a:r>
              <a:endParaRPr lang="en-US" dirty="0"/>
            </a:p>
          </p:txBody>
        </p:sp>
        <p:sp>
          <p:nvSpPr>
            <p:cNvPr id="234" name="线条"/>
            <p:cNvSpPr/>
            <p:nvPr/>
          </p:nvSpPr>
          <p:spPr>
            <a:xfrm flipH="1" flipV="1">
              <a:off x="2124067" y="4442638"/>
              <a:ext cx="229383" cy="229384"/>
            </a:xfrm>
            <a:prstGeom prst="line">
              <a:avLst/>
            </a:prstGeom>
            <a:ln w="25400">
              <a:solidFill>
                <a:srgbClr val="FF2600"/>
              </a:solidFill>
              <a:bevel/>
              <a:tailEnd type="triangle"/>
            </a:ln>
            <a:effectLst>
              <a:outerShdw blurRad="38100" dist="20000" dir="5400000" rotWithShape="0">
                <a:srgbClr val="000000">
                  <a:alpha val="38000"/>
                </a:srgbClr>
              </a:outerShdw>
            </a:effectLst>
          </p:spPr>
          <p:txBody>
            <a:bodyPr lIns="45719" rIns="45719"/>
            <a:lstStyle/>
            <a:p>
              <a:pPr defTabSz="457200">
                <a:defRPr sz="1200">
                  <a:latin typeface="+mj-lt"/>
                  <a:ea typeface="+mj-ea"/>
                  <a:cs typeface="+mj-cs"/>
                  <a:sym typeface="Helvetica"/>
                </a:defRPr>
              </a:pPr>
            </a:p>
          </p:txBody>
        </p:sp>
      </p:gr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Screenshot 2026-09-10 at 2.21.39 PM"/>
          <p:cNvPicPr>
            <a:picLocks noChangeAspect="1"/>
          </p:cNvPicPr>
          <p:nvPr/>
        </p:nvPicPr>
        <p:blipFill>
          <a:blip r:embed="rId1"/>
          <a:stretch>
            <a:fillRect/>
          </a:stretch>
        </p:blipFill>
        <p:spPr>
          <a:xfrm>
            <a:off x="0" y="595630"/>
            <a:ext cx="9144000" cy="1991995"/>
          </a:xfrm>
          <a:prstGeom prst="rect">
            <a:avLst/>
          </a:prstGeom>
        </p:spPr>
      </p:pic>
      <p:pic>
        <p:nvPicPr>
          <p:cNvPr id="5" name="Picture 4" descr="Screenshot 2026-09-10 at 2.20.00 PM"/>
          <p:cNvPicPr>
            <a:picLocks noChangeAspect="1"/>
          </p:cNvPicPr>
          <p:nvPr/>
        </p:nvPicPr>
        <p:blipFill>
          <a:blip r:embed="rId2"/>
          <a:stretch>
            <a:fillRect/>
          </a:stretch>
        </p:blipFill>
        <p:spPr>
          <a:xfrm>
            <a:off x="0" y="1355090"/>
            <a:ext cx="9144000" cy="3564255"/>
          </a:xfrm>
          <a:prstGeom prst="rect">
            <a:avLst/>
          </a:prstGeom>
        </p:spPr>
      </p:pic>
      <p:grpSp>
        <p:nvGrpSpPr>
          <p:cNvPr id="2" name="组合 1"/>
          <p:cNvGrpSpPr/>
          <p:nvPr/>
        </p:nvGrpSpPr>
        <p:grpSpPr>
          <a:xfrm>
            <a:off x="417812" y="5176372"/>
            <a:ext cx="8269004" cy="1002390"/>
            <a:chOff x="437498" y="4187128"/>
            <a:chExt cx="8269004" cy="1002390"/>
          </a:xfrm>
        </p:grpSpPr>
        <p:sp>
          <p:nvSpPr>
            <p:cNvPr id="237" name="圆角矩形"/>
            <p:cNvSpPr/>
            <p:nvPr/>
          </p:nvSpPr>
          <p:spPr>
            <a:xfrm>
              <a:off x="437498" y="4195065"/>
              <a:ext cx="8269004" cy="986516"/>
            </a:xfrm>
            <a:prstGeom prst="roundRect">
              <a:avLst>
                <a:gd name="adj" fmla="val 17219"/>
              </a:avLst>
            </a:prstGeom>
            <a:solidFill>
              <a:schemeClr val="accent3">
                <a:lumOff val="44000"/>
              </a:schemeClr>
            </a:solidFill>
            <a:ln w="15875">
              <a:solidFill>
                <a:srgbClr val="FF0000"/>
              </a:solidFill>
            </a:ln>
          </p:spPr>
          <p:txBody>
            <a:bodyPr lIns="45719" rIns="45719" anchor="ctr"/>
            <a:lstStyle/>
            <a:p>
              <a:pPr algn="just">
                <a:defRPr sz="1600"/>
              </a:pPr>
            </a:p>
          </p:txBody>
        </p:sp>
        <p:sp>
          <p:nvSpPr>
            <p:cNvPr id="238" name="Caution! The default security group enables all IP addresses to access your instance over the specified ports. You'd better authorize only a specific IP address or range of addresses to access your instance."/>
            <p:cNvSpPr txBox="1"/>
            <p:nvPr/>
          </p:nvSpPr>
          <p:spPr>
            <a:xfrm>
              <a:off x="437709" y="4187128"/>
              <a:ext cx="8268582" cy="1002390"/>
            </a:xfrm>
            <a:prstGeom prst="rect">
              <a:avLst/>
            </a:prstGeom>
            <a:ln w="12700">
              <a:miter lim="400000"/>
            </a:ln>
          </p:spPr>
          <p:txBody>
            <a:bodyPr lIns="45719" rIns="45719" anchor="ctr"/>
            <a:lstStyle/>
            <a:p>
              <a:pPr algn="just">
                <a:defRPr sz="1800"/>
              </a:pPr>
              <a:r>
                <a:rPr sz="1600" dirty="0">
                  <a:solidFill>
                    <a:srgbClr val="FF0000"/>
                  </a:solidFill>
                </a:rPr>
                <a:t>Caution!</a:t>
              </a:r>
              <a:r>
                <a:rPr sz="1600" dirty="0"/>
                <a:t> The default security group </a:t>
              </a:r>
              <a:r>
                <a:rPr lang="en-US" sz="1600" dirty="0">
                  <a:solidFill>
                    <a:srgbClr val="FF0000"/>
                  </a:solidFill>
                </a:rPr>
                <a:t>only</a:t>
              </a:r>
              <a:r>
                <a:rPr lang="en-US" sz="1600" dirty="0"/>
                <a:t> </a:t>
              </a:r>
              <a:r>
                <a:rPr sz="1600" dirty="0"/>
                <a:t>enables </a:t>
              </a:r>
              <a:r>
                <a:rPr lang="en-US" sz="1600" dirty="0">
                  <a:solidFill>
                    <a:srgbClr val="FF2600"/>
                  </a:solidFill>
                </a:rPr>
                <a:t>port 22 </a:t>
              </a:r>
              <a:r>
                <a:rPr lang="en-US" sz="1600" dirty="0"/>
                <a:t>for</a:t>
              </a:r>
              <a:r>
                <a:rPr sz="1600" dirty="0"/>
                <a:t> </a:t>
              </a:r>
              <a:r>
                <a:rPr lang="en-US" sz="1600" dirty="0"/>
                <a:t>SSH programs from any source IPv4 address (</a:t>
              </a:r>
              <a:r>
                <a:rPr lang="en-US" sz="1600" dirty="0">
                  <a:solidFill>
                    <a:srgbClr val="FF0000"/>
                  </a:solidFill>
                </a:rPr>
                <a:t>0.0.0.0/0</a:t>
              </a:r>
              <a:r>
                <a:rPr lang="en-US" sz="1600" dirty="0"/>
                <a:t>) to </a:t>
              </a:r>
              <a:r>
                <a:rPr sz="1600" dirty="0"/>
                <a:t>access your instance. </a:t>
              </a:r>
              <a:r>
                <a:rPr lang="en-US" sz="1600" dirty="0"/>
                <a:t>You may want to allow programs from</a:t>
              </a:r>
              <a:r>
                <a:rPr sz="1600" dirty="0"/>
                <a:t> </a:t>
              </a:r>
              <a:r>
                <a:rPr lang="en-US" sz="1600" dirty="0"/>
                <a:t>other </a:t>
              </a:r>
              <a:r>
                <a:rPr sz="1600" dirty="0"/>
                <a:t>IP address </a:t>
              </a:r>
              <a:r>
                <a:rPr lang="en-US" sz="1600" dirty="0"/>
                <a:t>and</a:t>
              </a:r>
              <a:r>
                <a:rPr sz="1600" dirty="0"/>
                <a:t> </a:t>
              </a:r>
              <a:r>
                <a:rPr lang="en-US" sz="1600" dirty="0"/>
                <a:t>port</a:t>
              </a:r>
              <a:r>
                <a:rPr sz="1600" dirty="0"/>
                <a:t>s </a:t>
              </a:r>
              <a:r>
                <a:rPr lang="en-US" sz="1600" dirty="0"/>
                <a:t>to </a:t>
              </a:r>
              <a:r>
                <a:rPr sz="1600" dirty="0"/>
                <a:t>access</a:t>
              </a:r>
              <a:r>
                <a:rPr lang="en-US" sz="1600" dirty="0"/>
                <a:t> to </a:t>
              </a:r>
              <a:r>
                <a:rPr sz="1600" dirty="0"/>
                <a:t>your instance.</a:t>
              </a:r>
              <a:endParaRPr sz="1600" dirty="0"/>
            </a:p>
          </p:txBody>
        </p:sp>
      </p:grpSp>
      <p:sp>
        <p:nvSpPr>
          <p:cNvPr id="239" name="6. [Optional] Edit security rules."/>
          <p:cNvSpPr txBox="1"/>
          <p:nvPr/>
        </p:nvSpPr>
        <p:spPr>
          <a:xfrm>
            <a:off x="437515" y="4741545"/>
            <a:ext cx="7952105" cy="368300"/>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lvl1pPr>
              <a:defRPr sz="1800">
                <a:solidFill>
                  <a:srgbClr val="FF2600"/>
                </a:solidFill>
              </a:defRPr>
            </a:lvl1pPr>
          </a:lstStyle>
          <a:p>
            <a:r>
              <a:rPr lang="en-US" dirty="0"/>
              <a:t>Add/</a:t>
            </a:r>
            <a:r>
              <a:rPr dirty="0"/>
              <a:t>Edit</a:t>
            </a:r>
            <a:r>
              <a:rPr lang="en-US" dirty="0"/>
              <a:t>/Delete</a:t>
            </a:r>
            <a:r>
              <a:rPr dirty="0"/>
              <a:t> security rules</a:t>
            </a:r>
            <a:r>
              <a:rPr lang="en-US" dirty="0"/>
              <a:t> if necessary</a:t>
            </a:r>
            <a:endParaRPr dirty="0"/>
          </a:p>
        </p:txBody>
      </p:sp>
      <p:sp>
        <p:nvSpPr>
          <p:cNvPr id="11" name="Rectangle 10"/>
          <p:cNvSpPr/>
          <p:nvPr/>
        </p:nvSpPr>
        <p:spPr>
          <a:xfrm>
            <a:off x="158164" y="133692"/>
            <a:ext cx="3541354" cy="461665"/>
          </a:xfrm>
          <a:prstGeom prst="rect">
            <a:avLst/>
          </a:prstGeom>
        </p:spPr>
        <p:txBody>
          <a:bodyPr wrap="none">
            <a:spAutoFit/>
          </a:bodyPr>
          <a:lstStyle/>
          <a:p>
            <a:r>
              <a:rPr lang="en-US" dirty="0"/>
              <a:t>Launch an EC2 instance</a:t>
            </a:r>
            <a:endParaRPr lang="en-US" dirty="0"/>
          </a:p>
        </p:txBody>
      </p:sp>
      <p:sp>
        <p:nvSpPr>
          <p:cNvPr id="3" name="Slide Number Placeholder 2"/>
          <p:cNvSpPr>
            <a:spLocks noGrp="1"/>
          </p:cNvSpPr>
          <p:nvPr>
            <p:ph type="sldNum" sz="quarter" idx="2"/>
          </p:nvPr>
        </p:nvSpPr>
        <p:spPr/>
        <p:txBody>
          <a:bodyPr/>
          <a:lstStyle/>
          <a:p>
            <a:fld id="{86CB4B4D-7CA3-9044-876B-883B54F8677D}" type="slidenum">
              <a:rPr lang="en-US" smtClean="0"/>
            </a:fld>
            <a:endParaRPr lang="en-US"/>
          </a:p>
        </p:txBody>
      </p:sp>
      <p:grpSp>
        <p:nvGrpSpPr>
          <p:cNvPr id="8" name="组合 2"/>
          <p:cNvGrpSpPr/>
          <p:nvPr/>
        </p:nvGrpSpPr>
        <p:grpSpPr>
          <a:xfrm>
            <a:off x="6529044" y="956505"/>
            <a:ext cx="2411730" cy="767080"/>
            <a:chOff x="2684820" y="4382313"/>
            <a:chExt cx="1684638" cy="767080"/>
          </a:xfrm>
        </p:grpSpPr>
        <p:sp>
          <p:nvSpPr>
            <p:cNvPr id="233" name="5. [Optional] Add tags."/>
            <p:cNvSpPr txBox="1"/>
            <p:nvPr/>
          </p:nvSpPr>
          <p:spPr>
            <a:xfrm>
              <a:off x="2684820" y="4781093"/>
              <a:ext cx="1684638" cy="368300"/>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lvl1pPr>
                <a:defRPr sz="1800">
                  <a:solidFill>
                    <a:srgbClr val="FF2600"/>
                  </a:solidFill>
                </a:defRPr>
              </a:lvl1pPr>
            </a:lstStyle>
            <a:p>
              <a:r>
                <a:rPr lang="en-US" dirty="0"/>
                <a:t>Click edit</a:t>
              </a:r>
              <a:endParaRPr lang="zh-CN" altLang="en-US" dirty="0"/>
            </a:p>
          </p:txBody>
        </p:sp>
        <p:sp>
          <p:nvSpPr>
            <p:cNvPr id="234" name="线条"/>
            <p:cNvSpPr/>
            <p:nvPr/>
          </p:nvSpPr>
          <p:spPr>
            <a:xfrm flipV="1">
              <a:off x="3008174" y="4382313"/>
              <a:ext cx="835666" cy="370840"/>
            </a:xfrm>
            <a:prstGeom prst="line">
              <a:avLst/>
            </a:prstGeom>
            <a:ln w="25400">
              <a:solidFill>
                <a:srgbClr val="FF2600"/>
              </a:solidFill>
              <a:bevel/>
              <a:tailEnd type="triangle"/>
            </a:ln>
            <a:effectLst>
              <a:outerShdw blurRad="38100" dist="20000" dir="5400000" rotWithShape="0">
                <a:srgbClr val="000000">
                  <a:alpha val="38000"/>
                </a:srgbClr>
              </a:outerShdw>
            </a:effectLst>
          </p:spPr>
          <p:txBody>
            <a:bodyPr lIns="45719" rIns="45719"/>
            <a:lstStyle/>
            <a:p>
              <a:pPr defTabSz="457200">
                <a:defRPr sz="1200">
                  <a:latin typeface="+mj-lt"/>
                  <a:ea typeface="+mj-ea"/>
                  <a:cs typeface="+mj-cs"/>
                  <a:sym typeface="Helvetica"/>
                </a:defRPr>
              </a:pPr>
            </a:p>
          </p:txBody>
        </p:sp>
      </p:gr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EC2 instance types"/>
          <p:cNvSpPr txBox="1">
            <a:spLocks noGrp="1"/>
          </p:cNvSpPr>
          <p:nvPr>
            <p:ph type="title"/>
          </p:nvPr>
        </p:nvSpPr>
        <p:spPr>
          <a:prstGeom prst="rect">
            <a:avLst/>
          </a:prstGeom>
        </p:spPr>
        <p:txBody>
          <a:bodyPr/>
          <a:lstStyle/>
          <a:p>
            <a:r>
              <a:t>EC2 instance types</a:t>
            </a:r>
          </a:p>
        </p:txBody>
      </p:sp>
      <p:sp>
        <p:nvSpPr>
          <p:cNvPr id="203" name="Micro (free): only small amount of CPU resources…"/>
          <p:cNvSpPr txBox="1">
            <a:spLocks noGrp="1"/>
          </p:cNvSpPr>
          <p:nvPr>
            <p:ph type="body" idx="1"/>
          </p:nvPr>
        </p:nvSpPr>
        <p:spPr>
          <a:xfrm>
            <a:off x="401835" y="1634132"/>
            <a:ext cx="8340330" cy="4148830"/>
          </a:xfrm>
          <a:prstGeom prst="rect">
            <a:avLst/>
          </a:prstGeom>
        </p:spPr>
        <p:txBody>
          <a:bodyPr/>
          <a:lstStyle/>
          <a:p>
            <a:r>
              <a:rPr lang="en-US" b="1" dirty="0">
                <a:latin typeface="+mn-lt"/>
                <a:ea typeface="+mn-ea"/>
                <a:cs typeface="+mn-cs"/>
                <a:sym typeface="Helvetica Neue" panose="02000503000000020004"/>
              </a:rPr>
              <a:t>General Purpose</a:t>
            </a:r>
            <a:r>
              <a:rPr dirty="0"/>
              <a:t>: a balance of compute, memory, and network resources</a:t>
            </a:r>
            <a:endParaRPr dirty="0"/>
          </a:p>
          <a:p>
            <a:r>
              <a:rPr b="1" dirty="0">
                <a:latin typeface="+mn-lt"/>
                <a:ea typeface="+mn-ea"/>
                <a:cs typeface="+mn-cs"/>
                <a:sym typeface="Helvetica Neue" panose="02000503000000020004"/>
              </a:rPr>
              <a:t>Memory optimized</a:t>
            </a:r>
            <a:r>
              <a:rPr dirty="0"/>
              <a:t>: lowest cost per GB of RAM </a:t>
            </a:r>
            <a:endParaRPr dirty="0"/>
          </a:p>
          <a:p>
            <a:r>
              <a:rPr b="1" dirty="0">
                <a:latin typeface="+mn-lt"/>
                <a:ea typeface="+mn-ea"/>
                <a:cs typeface="+mn-cs"/>
                <a:sym typeface="Helvetica Neue" panose="02000503000000020004"/>
              </a:rPr>
              <a:t>Storage optimized</a:t>
            </a:r>
            <a:r>
              <a:rPr dirty="0"/>
              <a:t>: better disk I/O and higher storage capacity </a:t>
            </a:r>
            <a:endParaRPr dirty="0"/>
          </a:p>
          <a:p>
            <a:r>
              <a:rPr b="1" dirty="0">
                <a:latin typeface="+mn-lt"/>
                <a:ea typeface="+mn-ea"/>
                <a:cs typeface="+mn-cs"/>
                <a:sym typeface="Helvetica Neue" panose="02000503000000020004"/>
              </a:rPr>
              <a:t>Compute optimized</a:t>
            </a:r>
            <a:r>
              <a:rPr dirty="0"/>
              <a:t>: lowest cost per vCPU</a:t>
            </a:r>
            <a:endParaRPr lang="en-US" dirty="0"/>
          </a:p>
          <a:p>
            <a:r>
              <a:rPr lang="en-US" dirty="0"/>
              <a:t>...</a:t>
            </a:r>
            <a:endParaRPr dirty="0"/>
          </a:p>
        </p:txBody>
      </p:sp>
      <p:sp>
        <p:nvSpPr>
          <p:cNvPr id="204" name="* For detailed information: https://aws.amazon.com/ec2/instance-types/"/>
          <p:cNvSpPr txBox="1"/>
          <p:nvPr/>
        </p:nvSpPr>
        <p:spPr>
          <a:xfrm>
            <a:off x="383894" y="6465093"/>
            <a:ext cx="5811845" cy="307777"/>
          </a:xfrm>
          <a:prstGeom prst="rect">
            <a:avLst/>
          </a:prstGeom>
          <a:ln w="12700">
            <a:miter lim="400000"/>
          </a:ln>
        </p:spPr>
        <p:txBody>
          <a:bodyPr wrap="none" lIns="45719" rIns="45719">
            <a:spAutoFit/>
          </a:bodyPr>
          <a:lstStyle>
            <a:lvl1pPr>
              <a:defRPr sz="1400"/>
            </a:lvl1pPr>
          </a:lstStyle>
          <a:p>
            <a:r>
              <a:rPr dirty="0"/>
              <a:t> * For detailed information: </a:t>
            </a:r>
            <a:r>
              <a:rPr dirty="0">
                <a:hlinkClick r:id="rId1"/>
              </a:rPr>
              <a:t>https://aws.amazon.com/ec2/instance-types/</a:t>
            </a:r>
            <a:r>
              <a:rPr lang="en-US" dirty="0"/>
              <a:t> </a:t>
            </a:r>
            <a:endParaRPr dirty="0"/>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58164" y="133692"/>
            <a:ext cx="3541354" cy="461665"/>
          </a:xfrm>
          <a:prstGeom prst="rect">
            <a:avLst/>
          </a:prstGeom>
        </p:spPr>
        <p:txBody>
          <a:bodyPr wrap="none">
            <a:spAutoFit/>
          </a:bodyPr>
          <a:lstStyle/>
          <a:p>
            <a:r>
              <a:rPr lang="en-US" dirty="0"/>
              <a:t>Launch an EC2 instance</a:t>
            </a:r>
            <a:endParaRPr lang="en-US" dirty="0"/>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pic>
        <p:nvPicPr>
          <p:cNvPr id="4" name="Picture 3" descr="Screenshot 2026-09-10 at 1.37.40 PM"/>
          <p:cNvPicPr>
            <a:picLocks noChangeAspect="1"/>
          </p:cNvPicPr>
          <p:nvPr/>
        </p:nvPicPr>
        <p:blipFill>
          <a:blip r:embed="rId1"/>
          <a:stretch>
            <a:fillRect/>
          </a:stretch>
        </p:blipFill>
        <p:spPr>
          <a:xfrm>
            <a:off x="576580" y="595630"/>
            <a:ext cx="4663440" cy="5986780"/>
          </a:xfrm>
          <a:prstGeom prst="rect">
            <a:avLst/>
          </a:prstGeom>
        </p:spPr>
      </p:pic>
      <p:sp>
        <p:nvSpPr>
          <p:cNvPr id="246" name="线条"/>
          <p:cNvSpPr/>
          <p:nvPr/>
        </p:nvSpPr>
        <p:spPr>
          <a:xfrm flipH="1">
            <a:off x="4893310" y="5687695"/>
            <a:ext cx="1051560" cy="155575"/>
          </a:xfrm>
          <a:prstGeom prst="line">
            <a:avLst/>
          </a:prstGeom>
          <a:ln w="25400">
            <a:solidFill>
              <a:srgbClr val="FF2600"/>
            </a:solidFill>
            <a:bevel/>
            <a:tailEnd type="triangle"/>
          </a:ln>
          <a:effectLst>
            <a:outerShdw blurRad="38100" dist="20000" dir="5400000" rotWithShape="0">
              <a:srgbClr val="000000">
                <a:alpha val="38000"/>
              </a:srgbClr>
            </a:outerShdw>
          </a:effectLst>
        </p:spPr>
        <p:txBody>
          <a:bodyPr lIns="45719" rIns="45719"/>
          <a:lstStyle/>
          <a:p>
            <a:pPr defTabSz="457200">
              <a:defRPr sz="1200">
                <a:latin typeface="+mj-lt"/>
                <a:ea typeface="+mj-ea"/>
                <a:cs typeface="+mj-cs"/>
                <a:sym typeface="Helvetica"/>
              </a:defRPr>
            </a:pPr>
            <a:endParaRPr dirty="0"/>
          </a:p>
        </p:txBody>
      </p:sp>
      <p:sp>
        <p:nvSpPr>
          <p:cNvPr id="247" name="7. Review and launch."/>
          <p:cNvSpPr txBox="1"/>
          <p:nvPr/>
        </p:nvSpPr>
        <p:spPr>
          <a:xfrm>
            <a:off x="5392257" y="5318646"/>
            <a:ext cx="3503521" cy="369332"/>
          </a:xfrm>
          <a:prstGeom prst="rect">
            <a:avLst/>
          </a:prstGeom>
          <a:ln w="12700">
            <a:miter lim="400000"/>
          </a:ln>
          <a:effectLst>
            <a:outerShdw blurRad="38100" dist="20000" dir="5400000" rotWithShape="0">
              <a:srgbClr val="000000">
                <a:alpha val="38000"/>
              </a:srgbClr>
            </a:outerShdw>
          </a:effectLst>
        </p:spPr>
        <p:txBody>
          <a:bodyPr wrap="none" lIns="45719" rIns="45719">
            <a:spAutoFit/>
          </a:bodyPr>
          <a:lstStyle>
            <a:lvl1pPr>
              <a:defRPr sz="1800">
                <a:solidFill>
                  <a:srgbClr val="FF2600"/>
                </a:solidFill>
              </a:defRPr>
            </a:lvl1pPr>
          </a:lstStyle>
          <a:p>
            <a:r>
              <a:rPr dirty="0"/>
              <a:t>Review and launch</a:t>
            </a:r>
            <a:r>
              <a:rPr lang="en-US" dirty="0"/>
              <a:t> if no problem</a:t>
            </a:r>
            <a:endParaRPr dirty="0"/>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58164" y="133692"/>
            <a:ext cx="3541354" cy="461665"/>
          </a:xfrm>
          <a:prstGeom prst="rect">
            <a:avLst/>
          </a:prstGeom>
        </p:spPr>
        <p:txBody>
          <a:bodyPr wrap="none">
            <a:spAutoFit/>
          </a:bodyPr>
          <a:lstStyle/>
          <a:p>
            <a:r>
              <a:rPr lang="en-US" dirty="0"/>
              <a:t>Launch an EC2 instance</a:t>
            </a:r>
            <a:endParaRPr lang="en-US" dirty="0"/>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pic>
        <p:nvPicPr>
          <p:cNvPr id="3" name="Picture 2" descr="Screenshot 2026-09-10 at 1.39.36 PM"/>
          <p:cNvPicPr>
            <a:picLocks noChangeAspect="1"/>
          </p:cNvPicPr>
          <p:nvPr/>
        </p:nvPicPr>
        <p:blipFill>
          <a:blip r:embed="rId1"/>
          <a:stretch>
            <a:fillRect/>
          </a:stretch>
        </p:blipFill>
        <p:spPr>
          <a:xfrm>
            <a:off x="0" y="862965"/>
            <a:ext cx="8942705" cy="2937510"/>
          </a:xfrm>
          <a:prstGeom prst="rect">
            <a:avLst/>
          </a:prstGeom>
        </p:spPr>
      </p:pic>
      <p:pic>
        <p:nvPicPr>
          <p:cNvPr id="5" name="Picture 4" descr="Screenshot 2026-09-10 at 1.41.39 PM"/>
          <p:cNvPicPr>
            <a:picLocks noChangeAspect="1"/>
          </p:cNvPicPr>
          <p:nvPr/>
        </p:nvPicPr>
        <p:blipFill>
          <a:blip r:embed="rId2"/>
          <a:stretch>
            <a:fillRect/>
          </a:stretch>
        </p:blipFill>
        <p:spPr>
          <a:xfrm>
            <a:off x="0" y="3429000"/>
            <a:ext cx="9144000" cy="2395855"/>
          </a:xfrm>
          <a:prstGeom prst="rect">
            <a:avLst/>
          </a:prstGeom>
        </p:spPr>
      </p:pic>
      <p:pic>
        <p:nvPicPr>
          <p:cNvPr id="6" name="Picture 5"/>
          <p:cNvPicPr>
            <a:picLocks noChangeAspect="1"/>
          </p:cNvPicPr>
          <p:nvPr/>
        </p:nvPicPr>
        <p:blipFill>
          <a:blip r:embed="rId3"/>
          <a:stretch>
            <a:fillRect/>
          </a:stretch>
        </p:blipFill>
        <p:spPr>
          <a:xfrm>
            <a:off x="2273935" y="4502785"/>
            <a:ext cx="4394200" cy="825500"/>
          </a:xfrm>
          <a:prstGeom prst="rect">
            <a:avLst/>
          </a:prstGeom>
        </p:spPr>
      </p:pic>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Outline"/>
          <p:cNvSpPr txBox="1">
            <a:spLocks noGrp="1"/>
          </p:cNvSpPr>
          <p:nvPr>
            <p:ph type="title"/>
          </p:nvPr>
        </p:nvSpPr>
        <p:spPr>
          <a:prstGeom prst="rect">
            <a:avLst/>
          </a:prstGeom>
        </p:spPr>
        <p:txBody>
          <a:bodyPr/>
          <a:lstStyle/>
          <a:p>
            <a:r>
              <a:t>Outline</a:t>
            </a:r>
          </a:p>
        </p:txBody>
      </p:sp>
      <p:sp>
        <p:nvSpPr>
          <p:cNvPr id="254" name="Create an AWS Account…"/>
          <p:cNvSpPr txBox="1">
            <a:spLocks noGrp="1"/>
          </p:cNvSpPr>
          <p:nvPr>
            <p:ph type="body" idx="1"/>
          </p:nvPr>
        </p:nvSpPr>
        <p:spPr>
          <a:prstGeom prst="rect">
            <a:avLst/>
          </a:prstGeom>
        </p:spPr>
        <p:txBody>
          <a:bodyPr/>
          <a:lstStyle/>
          <a:p>
            <a:r>
              <a:rPr dirty="0"/>
              <a:t>Create an AWS Account</a:t>
            </a:r>
            <a:endParaRPr dirty="0"/>
          </a:p>
          <a:p>
            <a:r>
              <a:rPr dirty="0"/>
              <a:t>Launch an EC2 Instance</a:t>
            </a:r>
            <a:endParaRPr dirty="0"/>
          </a:p>
          <a:p>
            <a:pPr>
              <a:defRPr>
                <a:solidFill>
                  <a:srgbClr val="FF2600"/>
                </a:solidFill>
              </a:defRPr>
            </a:pPr>
            <a:r>
              <a:rPr dirty="0"/>
              <a:t>Connect to an Instance</a:t>
            </a:r>
            <a:endParaRPr dirty="0"/>
          </a:p>
          <a:p>
            <a:r>
              <a:rPr lang="en-US" dirty="0"/>
              <a:t>Stop</a:t>
            </a:r>
            <a:r>
              <a:rPr dirty="0"/>
              <a:t> an</a:t>
            </a:r>
            <a:r>
              <a:rPr lang="en-US" dirty="0"/>
              <a:t> EC2</a:t>
            </a:r>
            <a:r>
              <a:rPr dirty="0"/>
              <a:t> Instance</a:t>
            </a:r>
            <a:endParaRPr dirty="0"/>
          </a:p>
        </p:txBody>
      </p:sp>
      <p:sp>
        <p:nvSpPr>
          <p:cNvPr id="2" name="Slide Number Placeholder 1"/>
          <p:cNvSpPr>
            <a:spLocks noGrp="1"/>
          </p:cNvSpPr>
          <p:nvPr>
            <p:ph type="sldNum" sz="quarter" idx="2"/>
          </p:nvPr>
        </p:nvSpPr>
        <p:spPr/>
        <p:txBody>
          <a:bodyPr>
            <a:normAutofit lnSpcReduction="10000"/>
          </a:bodyPr>
          <a:lstStyle/>
          <a:p>
            <a:fld id="{86CB4B4D-7CA3-9044-876B-883B54F8677D}" type="slidenum">
              <a:rPr lang="en-US" smtClean="0"/>
            </a:fld>
            <a:endParaRPr lang="en-US"/>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2026-09-10 at 1.43.25 PM"/>
          <p:cNvPicPr>
            <a:picLocks noChangeAspect="1"/>
          </p:cNvPicPr>
          <p:nvPr/>
        </p:nvPicPr>
        <p:blipFill>
          <a:blip r:embed="rId1"/>
          <a:stretch>
            <a:fillRect/>
          </a:stretch>
        </p:blipFill>
        <p:spPr>
          <a:xfrm>
            <a:off x="0" y="1315085"/>
            <a:ext cx="9144000" cy="2986405"/>
          </a:xfrm>
          <a:prstGeom prst="rect">
            <a:avLst/>
          </a:prstGeom>
        </p:spPr>
      </p:pic>
      <p:sp>
        <p:nvSpPr>
          <p:cNvPr id="258" name="线条"/>
          <p:cNvSpPr/>
          <p:nvPr/>
        </p:nvSpPr>
        <p:spPr>
          <a:xfrm flipH="1" flipV="1">
            <a:off x="398810" y="2455486"/>
            <a:ext cx="425302" cy="622214"/>
          </a:xfrm>
          <a:prstGeom prst="line">
            <a:avLst/>
          </a:prstGeom>
          <a:ln w="25400">
            <a:solidFill>
              <a:srgbClr val="FF2600"/>
            </a:solidFill>
            <a:bevel/>
            <a:tailEnd type="triangle"/>
          </a:ln>
          <a:effectLst>
            <a:outerShdw blurRad="38100" dist="20000" dir="5400000" rotWithShape="0">
              <a:srgbClr val="000000">
                <a:alpha val="38000"/>
              </a:srgbClr>
            </a:outerShdw>
          </a:effectLst>
        </p:spPr>
        <p:txBody>
          <a:bodyPr lIns="45719" rIns="45719"/>
          <a:lstStyle/>
          <a:p>
            <a:pPr defTabSz="457200">
              <a:defRPr sz="1200">
                <a:latin typeface="+mj-lt"/>
                <a:ea typeface="+mj-ea"/>
                <a:cs typeface="+mj-cs"/>
                <a:sym typeface="Helvetica"/>
              </a:defRPr>
            </a:pPr>
          </a:p>
        </p:txBody>
      </p:sp>
      <p:sp>
        <p:nvSpPr>
          <p:cNvPr id="259" name="1. Go to “Instances” page."/>
          <p:cNvSpPr txBox="1"/>
          <p:nvPr/>
        </p:nvSpPr>
        <p:spPr>
          <a:xfrm>
            <a:off x="294744" y="3077701"/>
            <a:ext cx="3426577" cy="369332"/>
          </a:xfrm>
          <a:prstGeom prst="rect">
            <a:avLst/>
          </a:prstGeom>
          <a:ln w="12700">
            <a:miter lim="400000"/>
          </a:ln>
          <a:effectLst>
            <a:outerShdw blurRad="38100" dist="20000" dir="5400000" rotWithShape="0">
              <a:srgbClr val="000000">
                <a:alpha val="38000"/>
              </a:srgbClr>
            </a:outerShdw>
          </a:effectLst>
        </p:spPr>
        <p:txBody>
          <a:bodyPr wrap="none" lIns="45719" rIns="45719">
            <a:spAutoFit/>
          </a:bodyPr>
          <a:lstStyle>
            <a:lvl1pPr>
              <a:defRPr sz="1800">
                <a:solidFill>
                  <a:srgbClr val="FF2600"/>
                </a:solidFill>
              </a:defRPr>
            </a:lvl1pPr>
          </a:lstStyle>
          <a:p>
            <a:r>
              <a:rPr dirty="0"/>
              <a:t>1. </a:t>
            </a:r>
            <a:r>
              <a:rPr lang="en-US" dirty="0"/>
              <a:t>First select the target instance</a:t>
            </a:r>
            <a:endParaRPr dirty="0"/>
          </a:p>
        </p:txBody>
      </p:sp>
      <p:sp>
        <p:nvSpPr>
          <p:cNvPr id="260" name="矩形"/>
          <p:cNvSpPr/>
          <p:nvPr/>
        </p:nvSpPr>
        <p:spPr>
          <a:xfrm>
            <a:off x="5849320" y="1388443"/>
            <a:ext cx="703552" cy="350662"/>
          </a:xfrm>
          <a:prstGeom prst="rect">
            <a:avLst/>
          </a:prstGeom>
          <a:ln w="25400">
            <a:solidFill>
              <a:srgbClr val="FF2600"/>
            </a:solidFill>
            <a:bevel/>
          </a:ln>
          <a:effectLst>
            <a:outerShdw blurRad="101600" dist="25400" dir="5400000" rotWithShape="0">
              <a:srgbClr val="000000">
                <a:alpha val="75000"/>
              </a:srgbClr>
            </a:outerShdw>
          </a:effectLst>
        </p:spPr>
        <p:txBody>
          <a:bodyPr lIns="45719" rIns="45719"/>
          <a:lstStyle/>
          <a:p/>
        </p:txBody>
      </p:sp>
      <p:sp>
        <p:nvSpPr>
          <p:cNvPr id="261" name="线条"/>
          <p:cNvSpPr/>
          <p:nvPr/>
        </p:nvSpPr>
        <p:spPr>
          <a:xfrm flipV="1">
            <a:off x="5773420" y="1809115"/>
            <a:ext cx="425450" cy="728345"/>
          </a:xfrm>
          <a:prstGeom prst="line">
            <a:avLst/>
          </a:prstGeom>
          <a:ln w="25400">
            <a:solidFill>
              <a:srgbClr val="FF2600"/>
            </a:solidFill>
            <a:bevel/>
            <a:tailEnd type="triangle"/>
          </a:ln>
          <a:effectLst>
            <a:outerShdw blurRad="38100" dist="20000" dir="5400000" rotWithShape="0">
              <a:srgbClr val="000000">
                <a:alpha val="38000"/>
              </a:srgbClr>
            </a:outerShdw>
          </a:effectLst>
        </p:spPr>
        <p:txBody>
          <a:bodyPr lIns="45719" rIns="45719"/>
          <a:lstStyle/>
          <a:p>
            <a:pPr defTabSz="457200">
              <a:defRPr sz="1200">
                <a:latin typeface="+mj-lt"/>
                <a:ea typeface="+mj-ea"/>
                <a:cs typeface="+mj-cs"/>
                <a:sym typeface="Helvetica"/>
              </a:defRPr>
            </a:pPr>
          </a:p>
        </p:txBody>
      </p:sp>
      <p:sp>
        <p:nvSpPr>
          <p:cNvPr id="262" name="2. Click here and follow the instructions."/>
          <p:cNvSpPr txBox="1"/>
          <p:nvPr/>
        </p:nvSpPr>
        <p:spPr>
          <a:xfrm>
            <a:off x="3590527" y="2623149"/>
            <a:ext cx="5196292" cy="369332"/>
          </a:xfrm>
          <a:prstGeom prst="rect">
            <a:avLst/>
          </a:prstGeom>
          <a:ln w="12700">
            <a:miter lim="400000"/>
          </a:ln>
          <a:effectLst>
            <a:outerShdw blurRad="38100" dist="20000" dir="5400000" rotWithShape="0">
              <a:srgbClr val="000000">
                <a:alpha val="38000"/>
              </a:srgbClr>
            </a:outerShdw>
          </a:effectLst>
        </p:spPr>
        <p:txBody>
          <a:bodyPr wrap="none" lIns="45719" rIns="45719">
            <a:spAutoFit/>
          </a:bodyPr>
          <a:lstStyle>
            <a:lvl1pPr>
              <a:defRPr sz="1800">
                <a:solidFill>
                  <a:srgbClr val="FF2600"/>
                </a:solidFill>
              </a:defRPr>
            </a:lvl1pPr>
          </a:lstStyle>
          <a:p>
            <a:r>
              <a:rPr dirty="0"/>
              <a:t>2. Click here and follow the instructions</a:t>
            </a:r>
            <a:r>
              <a:rPr lang="en-US" dirty="0"/>
              <a:t> prompted</a:t>
            </a:r>
            <a:endParaRPr dirty="0"/>
          </a:p>
        </p:txBody>
      </p:sp>
      <p:sp>
        <p:nvSpPr>
          <p:cNvPr id="9" name="Rectangle 8"/>
          <p:cNvSpPr/>
          <p:nvPr/>
        </p:nvSpPr>
        <p:spPr>
          <a:xfrm>
            <a:off x="158164" y="133692"/>
            <a:ext cx="4019049" cy="461665"/>
          </a:xfrm>
          <a:prstGeom prst="rect">
            <a:avLst/>
          </a:prstGeom>
        </p:spPr>
        <p:txBody>
          <a:bodyPr wrap="none">
            <a:spAutoFit/>
          </a:bodyPr>
          <a:lstStyle/>
          <a:p>
            <a:r>
              <a:rPr lang="en-US" dirty="0"/>
              <a:t>Connect to an EC2 instance</a:t>
            </a:r>
            <a:endParaRPr lang="en-US" dirty="0"/>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58164" y="133692"/>
            <a:ext cx="4019049" cy="461665"/>
          </a:xfrm>
          <a:prstGeom prst="rect">
            <a:avLst/>
          </a:prstGeom>
        </p:spPr>
        <p:txBody>
          <a:bodyPr wrap="none">
            <a:spAutoFit/>
          </a:bodyPr>
          <a:lstStyle/>
          <a:p>
            <a:r>
              <a:rPr lang="en-US" dirty="0"/>
              <a:t>Connect to an EC2 instance</a:t>
            </a:r>
            <a:endParaRPr lang="en-US" dirty="0"/>
          </a:p>
        </p:txBody>
      </p:sp>
      <p:sp>
        <p:nvSpPr>
          <p:cNvPr id="10" name="2. Click here and follow the instructions."/>
          <p:cNvSpPr txBox="1"/>
          <p:nvPr/>
        </p:nvSpPr>
        <p:spPr>
          <a:xfrm>
            <a:off x="1514932" y="5767357"/>
            <a:ext cx="1304201" cy="369332"/>
          </a:xfrm>
          <a:prstGeom prst="rect">
            <a:avLst/>
          </a:prstGeom>
          <a:ln w="12700">
            <a:miter lim="400000"/>
          </a:ln>
          <a:effectLst>
            <a:outerShdw blurRad="38100" dist="20000" dir="5400000" rotWithShape="0">
              <a:srgbClr val="000000">
                <a:alpha val="38000"/>
              </a:srgbClr>
            </a:outerShdw>
          </a:effectLst>
        </p:spPr>
        <p:txBody>
          <a:bodyPr wrap="none" lIns="45719" rIns="45719">
            <a:spAutoFit/>
          </a:bodyPr>
          <a:lstStyle>
            <a:lvl1pPr>
              <a:defRPr sz="1800">
                <a:solidFill>
                  <a:srgbClr val="FF2600"/>
                </a:solidFill>
              </a:defRPr>
            </a:lvl1pPr>
          </a:lstStyle>
          <a:p>
            <a:r>
              <a:rPr lang="en-US" dirty="0"/>
              <a:t>Just follow~</a:t>
            </a:r>
            <a:endParaRPr dirty="0"/>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pic>
        <p:nvPicPr>
          <p:cNvPr id="4" name="Picture 3" descr="Screenshot 2026-09-10 at 1.51.22 PM"/>
          <p:cNvPicPr>
            <a:picLocks noChangeAspect="1"/>
          </p:cNvPicPr>
          <p:nvPr/>
        </p:nvPicPr>
        <p:blipFill>
          <a:blip r:embed="rId1"/>
          <a:stretch>
            <a:fillRect/>
          </a:stretch>
        </p:blipFill>
        <p:spPr>
          <a:xfrm>
            <a:off x="0" y="1407795"/>
            <a:ext cx="9144000" cy="3905885"/>
          </a:xfrm>
          <a:prstGeom prst="rect">
            <a:avLst/>
          </a:prstGeom>
        </p:spPr>
      </p:pic>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2026-09-10 at 1.52.12 PM"/>
          <p:cNvPicPr>
            <a:picLocks noChangeAspect="1"/>
          </p:cNvPicPr>
          <p:nvPr/>
        </p:nvPicPr>
        <p:blipFill>
          <a:blip r:embed="rId1"/>
          <a:stretch>
            <a:fillRect/>
          </a:stretch>
        </p:blipFill>
        <p:spPr>
          <a:xfrm>
            <a:off x="0" y="1747520"/>
            <a:ext cx="9144000" cy="3719830"/>
          </a:xfrm>
          <a:prstGeom prst="rect">
            <a:avLst/>
          </a:prstGeom>
        </p:spPr>
      </p:pic>
      <p:sp>
        <p:nvSpPr>
          <p:cNvPr id="264" name="Public vs. Private IP"/>
          <p:cNvSpPr txBox="1">
            <a:spLocks noGrp="1"/>
          </p:cNvSpPr>
          <p:nvPr>
            <p:ph type="title"/>
          </p:nvPr>
        </p:nvSpPr>
        <p:spPr>
          <a:xfrm>
            <a:off x="189184" y="-20255"/>
            <a:ext cx="8340330" cy="982267"/>
          </a:xfrm>
          <a:prstGeom prst="rect">
            <a:avLst/>
          </a:prstGeom>
        </p:spPr>
        <p:txBody>
          <a:bodyPr/>
          <a:lstStyle/>
          <a:p>
            <a:r>
              <a:rPr dirty="0"/>
              <a:t>Public vs. Private IP</a:t>
            </a:r>
            <a:endParaRPr dirty="0"/>
          </a:p>
        </p:txBody>
      </p:sp>
      <p:sp>
        <p:nvSpPr>
          <p:cNvPr id="266" name="线条"/>
          <p:cNvSpPr/>
          <p:nvPr/>
        </p:nvSpPr>
        <p:spPr>
          <a:xfrm flipV="1">
            <a:off x="2849526" y="4593263"/>
            <a:ext cx="1275906" cy="1280011"/>
          </a:xfrm>
          <a:prstGeom prst="line">
            <a:avLst/>
          </a:prstGeom>
          <a:ln w="25400">
            <a:solidFill>
              <a:srgbClr val="FF2600"/>
            </a:solidFill>
            <a:bevel/>
            <a:tailEnd type="triangle"/>
          </a:ln>
          <a:effectLst>
            <a:outerShdw blurRad="38100" dist="20000" dir="5400000" rotWithShape="0">
              <a:srgbClr val="000000">
                <a:alpha val="38000"/>
              </a:srgbClr>
            </a:outerShdw>
          </a:effectLst>
        </p:spPr>
        <p:txBody>
          <a:bodyPr lIns="45719" rIns="45719"/>
          <a:lstStyle/>
          <a:p>
            <a:pPr defTabSz="457200">
              <a:defRPr sz="1200">
                <a:latin typeface="+mj-lt"/>
                <a:ea typeface="+mj-ea"/>
                <a:cs typeface="+mj-cs"/>
                <a:sym typeface="Helvetica"/>
              </a:defRPr>
            </a:pPr>
          </a:p>
        </p:txBody>
      </p:sp>
      <p:sp>
        <p:nvSpPr>
          <p:cNvPr id="267" name="reachable from the Internet…"/>
          <p:cNvSpPr txBox="1"/>
          <p:nvPr/>
        </p:nvSpPr>
        <p:spPr>
          <a:xfrm>
            <a:off x="1313874" y="5873275"/>
            <a:ext cx="4714785" cy="923330"/>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p>
            <a:pPr>
              <a:defRPr sz="1800">
                <a:solidFill>
                  <a:srgbClr val="FF2600"/>
                </a:solidFill>
              </a:defRPr>
            </a:pPr>
            <a:r>
              <a:rPr dirty="0"/>
              <a:t>reachable from the Internet</a:t>
            </a:r>
            <a:endParaRPr dirty="0"/>
          </a:p>
          <a:p>
            <a:pPr>
              <a:defRPr sz="1800">
                <a:solidFill>
                  <a:srgbClr val="FF2600"/>
                </a:solidFill>
              </a:defRPr>
            </a:pPr>
            <a:r>
              <a:rPr dirty="0"/>
              <a:t>e.g., used in SSH from your laptop</a:t>
            </a:r>
            <a:endParaRPr lang="en-US" dirty="0"/>
          </a:p>
          <a:p>
            <a:pPr>
              <a:defRPr sz="1800">
                <a:solidFill>
                  <a:srgbClr val="FF2600"/>
                </a:solidFill>
              </a:defRPr>
            </a:pPr>
            <a:r>
              <a:rPr lang="en-US" dirty="0"/>
              <a:t>(Change each time you start the instance!)</a:t>
            </a:r>
            <a:endParaRPr dirty="0"/>
          </a:p>
        </p:txBody>
      </p:sp>
      <p:sp>
        <p:nvSpPr>
          <p:cNvPr id="268" name="线条"/>
          <p:cNvSpPr/>
          <p:nvPr/>
        </p:nvSpPr>
        <p:spPr>
          <a:xfrm>
            <a:off x="6230679" y="3104707"/>
            <a:ext cx="776177" cy="1289378"/>
          </a:xfrm>
          <a:prstGeom prst="line">
            <a:avLst/>
          </a:prstGeom>
          <a:ln w="25400">
            <a:solidFill>
              <a:srgbClr val="FF2600"/>
            </a:solidFill>
            <a:bevel/>
            <a:tailEnd type="triangle"/>
          </a:ln>
          <a:effectLst>
            <a:outerShdw blurRad="38100" dist="20000" dir="5400000" rotWithShape="0">
              <a:srgbClr val="000000">
                <a:alpha val="38000"/>
              </a:srgbClr>
            </a:outerShdw>
          </a:effectLst>
        </p:spPr>
        <p:txBody>
          <a:bodyPr lIns="45719" rIns="45719"/>
          <a:lstStyle/>
          <a:p>
            <a:pPr defTabSz="457200">
              <a:defRPr sz="1200">
                <a:latin typeface="+mj-lt"/>
                <a:ea typeface="+mj-ea"/>
                <a:cs typeface="+mj-cs"/>
                <a:sym typeface="Helvetica"/>
              </a:defRPr>
            </a:pPr>
          </a:p>
        </p:txBody>
      </p:sp>
      <p:sp>
        <p:nvSpPr>
          <p:cNvPr id="269" name="reachable within the same network…"/>
          <p:cNvSpPr txBox="1"/>
          <p:nvPr/>
        </p:nvSpPr>
        <p:spPr>
          <a:xfrm>
            <a:off x="3015753" y="2391784"/>
            <a:ext cx="4093965" cy="1200329"/>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p>
            <a:pPr>
              <a:defRPr sz="1800">
                <a:solidFill>
                  <a:srgbClr val="FF2600"/>
                </a:solidFill>
              </a:defRPr>
            </a:pPr>
            <a:r>
              <a:rPr dirty="0"/>
              <a:t>reachable within the same network</a:t>
            </a:r>
            <a:endParaRPr dirty="0"/>
          </a:p>
          <a:p>
            <a:pPr>
              <a:defRPr sz="1800">
                <a:solidFill>
                  <a:srgbClr val="FF2600"/>
                </a:solidFill>
              </a:defRPr>
            </a:pPr>
            <a:r>
              <a:rPr dirty="0"/>
              <a:t>e.g., connecting from another instance in the same availability zone</a:t>
            </a:r>
            <a:endParaRPr lang="en-US" dirty="0"/>
          </a:p>
          <a:p>
            <a:pPr>
              <a:defRPr sz="1800">
                <a:solidFill>
                  <a:srgbClr val="FF2600"/>
                </a:solidFill>
              </a:defRPr>
            </a:pPr>
            <a:r>
              <a:rPr lang="en-US" dirty="0"/>
              <a:t>(Never change)</a:t>
            </a:r>
            <a:endParaRPr lang="en-US" dirty="0"/>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Connection Test"/>
          <p:cNvSpPr txBox="1">
            <a:spLocks noGrp="1"/>
          </p:cNvSpPr>
          <p:nvPr>
            <p:ph type="title"/>
          </p:nvPr>
        </p:nvSpPr>
        <p:spPr>
          <a:prstGeom prst="rect">
            <a:avLst/>
          </a:prstGeom>
        </p:spPr>
        <p:txBody>
          <a:bodyPr/>
          <a:lstStyle/>
          <a:p>
            <a:r>
              <a:t>Connection Test</a:t>
            </a:r>
          </a:p>
        </p:txBody>
      </p:sp>
      <p:sp>
        <p:nvSpPr>
          <p:cNvPr id="272" name="To test whether your instance is connected to the Internet, access google from your EC2 instance. Type the command in the SSH shell after successfully connecting to the instance. The command will download the homepage of Google to your current directory."/>
          <p:cNvSpPr txBox="1">
            <a:spLocks noGrp="1"/>
          </p:cNvSpPr>
          <p:nvPr>
            <p:ph type="body" idx="1"/>
          </p:nvPr>
        </p:nvSpPr>
        <p:spPr>
          <a:prstGeom prst="rect">
            <a:avLst/>
          </a:prstGeom>
        </p:spPr>
        <p:txBody>
          <a:bodyPr/>
          <a:lstStyle/>
          <a:p>
            <a:r>
              <a:rPr dirty="0"/>
              <a:t>To test whether your instance is connected to the Internet, access google from your EC2 instance. Type the command in the </a:t>
            </a:r>
            <a:r>
              <a:rPr dirty="0">
                <a:solidFill>
                  <a:srgbClr val="FF2600"/>
                </a:solidFill>
              </a:rPr>
              <a:t>SSH shell</a:t>
            </a:r>
            <a:r>
              <a:rPr dirty="0"/>
              <a:t> after successfully connecting to the instance. The command will download the homepage of Google to your current directory.</a:t>
            </a:r>
            <a:endParaRPr dirty="0"/>
          </a:p>
          <a:p>
            <a:endParaRPr dirty="0"/>
          </a:p>
          <a:p>
            <a:r>
              <a:rPr dirty="0"/>
              <a:t>To test the connection from your computer to EC2 instance, upload a file from local computer to EC2 instance. Type the command in </a:t>
            </a:r>
            <a:r>
              <a:rPr dirty="0">
                <a:solidFill>
                  <a:srgbClr val="FF2600"/>
                </a:solidFill>
              </a:rPr>
              <a:t>another terminal without SSH connection</a:t>
            </a:r>
            <a:r>
              <a:rPr dirty="0"/>
              <a:t>. The command copies &lt;</a:t>
            </a:r>
            <a:r>
              <a:rPr dirty="0" err="1"/>
              <a:t>local_file</a:t>
            </a:r>
            <a:r>
              <a:rPr dirty="0"/>
              <a:t>&gt; to the directory “~” of the remote instance. </a:t>
            </a:r>
            <a:endParaRPr dirty="0"/>
          </a:p>
        </p:txBody>
      </p:sp>
      <p:pic>
        <p:nvPicPr>
          <p:cNvPr id="273" name="Screen Shot 2018-08-28 at 14.51.10.png" descr="Screen Shot 2018-08-28 at 14.51.10.png"/>
          <p:cNvPicPr>
            <a:picLocks noChangeAspect="1"/>
          </p:cNvPicPr>
          <p:nvPr/>
        </p:nvPicPr>
        <p:blipFill>
          <a:blip r:embed="rId1"/>
          <a:srcRect r="7339"/>
          <a:stretch>
            <a:fillRect/>
          </a:stretch>
        </p:blipFill>
        <p:spPr>
          <a:xfrm>
            <a:off x="335557" y="3607367"/>
            <a:ext cx="8472903" cy="340675"/>
          </a:xfrm>
          <a:prstGeom prst="rect">
            <a:avLst/>
          </a:prstGeom>
          <a:ln w="12700">
            <a:miter lim="400000"/>
            <a:headEnd/>
            <a:tailEnd/>
          </a:ln>
        </p:spPr>
      </p:pic>
      <p:pic>
        <p:nvPicPr>
          <p:cNvPr id="274" name="Screen Shot 2018-08-28 at 14.51.20.png" descr="Screen Shot 2018-08-28 at 14.51.20.png"/>
          <p:cNvPicPr>
            <a:picLocks noChangeAspect="1"/>
          </p:cNvPicPr>
          <p:nvPr/>
        </p:nvPicPr>
        <p:blipFill>
          <a:blip r:embed="rId2"/>
          <a:srcRect r="7595"/>
          <a:stretch>
            <a:fillRect/>
          </a:stretch>
        </p:blipFill>
        <p:spPr>
          <a:xfrm>
            <a:off x="330168" y="6341690"/>
            <a:ext cx="8448625" cy="330938"/>
          </a:xfrm>
          <a:prstGeom prst="rect">
            <a:avLst/>
          </a:prstGeom>
          <a:ln w="12700">
            <a:miter lim="400000"/>
            <a:headEnd/>
            <a:tailEnd/>
          </a:ln>
        </p:spPr>
      </p:pic>
      <p:sp>
        <p:nvSpPr>
          <p:cNvPr id="275" name="scp -i &lt;private_key_path&gt; &lt;local_file_path&gt; ubuntu@&lt;public_ip&gt;:~"/>
          <p:cNvSpPr txBox="1"/>
          <p:nvPr/>
        </p:nvSpPr>
        <p:spPr>
          <a:xfrm>
            <a:off x="909323" y="6340817"/>
            <a:ext cx="7904509" cy="332741"/>
          </a:xfrm>
          <a:prstGeom prst="rect">
            <a:avLst/>
          </a:prstGeom>
          <a:solidFill>
            <a:srgbClr val="F6F6F6"/>
          </a:solidFill>
          <a:ln w="12700">
            <a:miter lim="400000"/>
          </a:ln>
        </p:spPr>
        <p:txBody>
          <a:bodyPr lIns="45719" rIns="45719">
            <a:spAutoFit/>
          </a:bodyPr>
          <a:lstStyle>
            <a:lvl1pPr>
              <a:defRPr sz="1600" b="1">
                <a:solidFill>
                  <a:schemeClr val="accent3">
                    <a:lumOff val="-11197"/>
                  </a:schemeClr>
                </a:solidFill>
                <a:latin typeface="Courier"/>
                <a:ea typeface="Courier"/>
                <a:cs typeface="Courier"/>
                <a:sym typeface="Courier"/>
              </a:defRPr>
            </a:lvl1pPr>
          </a:lstStyle>
          <a:p>
            <a:r>
              <a:rPr dirty="0" err="1"/>
              <a:t>scp</a:t>
            </a:r>
            <a:r>
              <a:rPr dirty="0"/>
              <a:t> -</a:t>
            </a:r>
            <a:r>
              <a:rPr dirty="0" err="1"/>
              <a:t>i</a:t>
            </a:r>
            <a:r>
              <a:rPr dirty="0"/>
              <a:t> &lt;</a:t>
            </a:r>
            <a:r>
              <a:rPr dirty="0" err="1"/>
              <a:t>private_key_path</a:t>
            </a:r>
            <a:r>
              <a:rPr dirty="0"/>
              <a:t>&gt; &lt;</a:t>
            </a:r>
            <a:r>
              <a:rPr dirty="0" err="1"/>
              <a:t>local_file_path</a:t>
            </a:r>
            <a:r>
              <a:rPr dirty="0"/>
              <a:t>&gt; ubuntu@&lt;</a:t>
            </a:r>
            <a:r>
              <a:rPr dirty="0" err="1"/>
              <a:t>public_ip</a:t>
            </a:r>
            <a:r>
              <a:rPr dirty="0"/>
              <a:t>&gt;:~</a:t>
            </a:r>
            <a:endParaRPr dirty="0"/>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Outline"/>
          <p:cNvSpPr txBox="1">
            <a:spLocks noGrp="1"/>
          </p:cNvSpPr>
          <p:nvPr>
            <p:ph type="title"/>
          </p:nvPr>
        </p:nvSpPr>
        <p:spPr>
          <a:prstGeom prst="rect">
            <a:avLst/>
          </a:prstGeom>
        </p:spPr>
        <p:txBody>
          <a:bodyPr/>
          <a:lstStyle/>
          <a:p>
            <a:r>
              <a:t>Outline</a:t>
            </a:r>
          </a:p>
        </p:txBody>
      </p:sp>
      <p:sp>
        <p:nvSpPr>
          <p:cNvPr id="278" name="Create an AWS Account…"/>
          <p:cNvSpPr txBox="1">
            <a:spLocks noGrp="1"/>
          </p:cNvSpPr>
          <p:nvPr>
            <p:ph type="body" idx="1"/>
          </p:nvPr>
        </p:nvSpPr>
        <p:spPr>
          <a:prstGeom prst="rect">
            <a:avLst/>
          </a:prstGeom>
        </p:spPr>
        <p:txBody>
          <a:bodyPr/>
          <a:lstStyle/>
          <a:p>
            <a:r>
              <a:rPr dirty="0"/>
              <a:t>Create an AWS Account</a:t>
            </a:r>
            <a:endParaRPr dirty="0"/>
          </a:p>
          <a:p>
            <a:r>
              <a:rPr dirty="0"/>
              <a:t>Launch an EC2 Instance</a:t>
            </a:r>
            <a:endParaRPr dirty="0"/>
          </a:p>
          <a:p>
            <a:r>
              <a:rPr dirty="0"/>
              <a:t>Connect to an Instance</a:t>
            </a:r>
            <a:endParaRPr dirty="0"/>
          </a:p>
          <a:p>
            <a:pPr>
              <a:defRPr>
                <a:solidFill>
                  <a:srgbClr val="FF2600"/>
                </a:solidFill>
              </a:defRPr>
            </a:pPr>
            <a:r>
              <a:rPr lang="en-US" dirty="0"/>
              <a:t>Stop</a:t>
            </a:r>
            <a:r>
              <a:rPr dirty="0"/>
              <a:t> an </a:t>
            </a:r>
            <a:r>
              <a:rPr lang="en-US" dirty="0"/>
              <a:t>EC2 </a:t>
            </a:r>
            <a:r>
              <a:rPr dirty="0"/>
              <a:t>Instance</a:t>
            </a:r>
            <a:endParaRPr dirty="0"/>
          </a:p>
        </p:txBody>
      </p:sp>
      <p:sp>
        <p:nvSpPr>
          <p:cNvPr id="2" name="Slide Number Placeholder 1"/>
          <p:cNvSpPr>
            <a:spLocks noGrp="1"/>
          </p:cNvSpPr>
          <p:nvPr>
            <p:ph type="sldNum" sz="quarter" idx="2"/>
          </p:nvPr>
        </p:nvSpPr>
        <p:spPr/>
        <p:txBody>
          <a:bodyPr>
            <a:normAutofit lnSpcReduction="10000"/>
          </a:bodyPr>
          <a:lstStyle/>
          <a:p>
            <a:fld id="{86CB4B4D-7CA3-9044-876B-883B54F8677D}" type="slidenum">
              <a:rPr lang="en-US" smtClean="0"/>
            </a:fld>
            <a:endParaRPr lang="en-US"/>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2026-09-10 at 1.48.50 PM"/>
          <p:cNvPicPr>
            <a:picLocks noChangeAspect="1"/>
          </p:cNvPicPr>
          <p:nvPr/>
        </p:nvPicPr>
        <p:blipFill>
          <a:blip r:embed="rId1"/>
          <a:stretch>
            <a:fillRect/>
          </a:stretch>
        </p:blipFill>
        <p:spPr>
          <a:xfrm>
            <a:off x="0" y="1437640"/>
            <a:ext cx="9144000" cy="3509010"/>
          </a:xfrm>
          <a:prstGeom prst="rect">
            <a:avLst/>
          </a:prstGeom>
        </p:spPr>
      </p:pic>
      <p:sp>
        <p:nvSpPr>
          <p:cNvPr id="286" name="矩形"/>
          <p:cNvSpPr/>
          <p:nvPr/>
        </p:nvSpPr>
        <p:spPr>
          <a:xfrm>
            <a:off x="6788150" y="1839595"/>
            <a:ext cx="1158875" cy="212725"/>
          </a:xfrm>
          <a:prstGeom prst="rect">
            <a:avLst/>
          </a:prstGeom>
          <a:ln w="25400">
            <a:solidFill>
              <a:srgbClr val="FF2600"/>
            </a:solidFill>
            <a:bevel/>
          </a:ln>
          <a:effectLst>
            <a:outerShdw blurRad="101600" dist="25400" dir="5400000" rotWithShape="0">
              <a:srgbClr val="000000">
                <a:alpha val="75000"/>
              </a:srgbClr>
            </a:outerShdw>
          </a:effectLst>
        </p:spPr>
        <p:txBody>
          <a:bodyPr lIns="45719" rIns="45719"/>
          <a:lstStyle/>
          <a:p/>
        </p:txBody>
      </p:sp>
      <p:sp>
        <p:nvSpPr>
          <p:cNvPr id="287" name="线条"/>
          <p:cNvSpPr/>
          <p:nvPr/>
        </p:nvSpPr>
        <p:spPr>
          <a:xfrm flipV="1">
            <a:off x="6553447" y="2110622"/>
            <a:ext cx="329775" cy="803342"/>
          </a:xfrm>
          <a:prstGeom prst="line">
            <a:avLst/>
          </a:prstGeom>
          <a:ln w="25400">
            <a:solidFill>
              <a:srgbClr val="FF2600"/>
            </a:solidFill>
            <a:bevel/>
            <a:tailEnd type="triangle"/>
          </a:ln>
          <a:effectLst>
            <a:outerShdw blurRad="38100" dist="20000" dir="5400000" rotWithShape="0">
              <a:srgbClr val="000000">
                <a:alpha val="38000"/>
              </a:srgbClr>
            </a:outerShdw>
          </a:effectLst>
        </p:spPr>
        <p:txBody>
          <a:bodyPr lIns="45719" rIns="45719"/>
          <a:lstStyle/>
          <a:p>
            <a:pPr defTabSz="457200">
              <a:defRPr sz="1200">
                <a:latin typeface="+mj-lt"/>
                <a:ea typeface="+mj-ea"/>
                <a:cs typeface="+mj-cs"/>
                <a:sym typeface="Helvetica"/>
              </a:defRPr>
            </a:pPr>
          </a:p>
        </p:txBody>
      </p:sp>
      <p:sp>
        <p:nvSpPr>
          <p:cNvPr id="288" name="2. Click here."/>
          <p:cNvSpPr txBox="1"/>
          <p:nvPr/>
        </p:nvSpPr>
        <p:spPr>
          <a:xfrm>
            <a:off x="5666740" y="2972435"/>
            <a:ext cx="2782570" cy="675640"/>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lvl1pPr>
              <a:defRPr sz="1800">
                <a:solidFill>
                  <a:srgbClr val="FF2600"/>
                </a:solidFill>
              </a:defRPr>
            </a:lvl1pPr>
          </a:lstStyle>
          <a:p>
            <a:r>
              <a:rPr lang="en-US" dirty="0"/>
              <a:t>2. Select Stop</a:t>
            </a:r>
            <a:endParaRPr lang="en-US" dirty="0"/>
          </a:p>
          <a:p>
            <a:r>
              <a:rPr lang="en-US" dirty="0"/>
              <a:t>(</a:t>
            </a:r>
            <a:r>
              <a:rPr lang="en-US" sz="2000" b="1" dirty="0"/>
              <a:t>Not Terminate</a:t>
            </a:r>
            <a:r>
              <a:rPr lang="en-US" sz="2000" dirty="0"/>
              <a:t>!</a:t>
            </a:r>
            <a:r>
              <a:rPr lang="en-US" dirty="0"/>
              <a:t>)</a:t>
            </a:r>
            <a:endParaRPr dirty="0"/>
          </a:p>
        </p:txBody>
      </p:sp>
      <p:sp>
        <p:nvSpPr>
          <p:cNvPr id="8" name="Rectangle 7"/>
          <p:cNvSpPr/>
          <p:nvPr/>
        </p:nvSpPr>
        <p:spPr>
          <a:xfrm>
            <a:off x="158164" y="133692"/>
            <a:ext cx="3163045" cy="461665"/>
          </a:xfrm>
          <a:prstGeom prst="rect">
            <a:avLst/>
          </a:prstGeom>
        </p:spPr>
        <p:txBody>
          <a:bodyPr wrap="none">
            <a:spAutoFit/>
          </a:bodyPr>
          <a:lstStyle/>
          <a:p>
            <a:r>
              <a:rPr lang="en-US" dirty="0"/>
              <a:t>Stop an EC2 instance</a:t>
            </a:r>
            <a:endParaRPr lang="en-US" dirty="0"/>
          </a:p>
        </p:txBody>
      </p:sp>
      <p:sp>
        <p:nvSpPr>
          <p:cNvPr id="11" name="2. Click here."/>
          <p:cNvSpPr txBox="1"/>
          <p:nvPr/>
        </p:nvSpPr>
        <p:spPr>
          <a:xfrm>
            <a:off x="118498" y="5474623"/>
            <a:ext cx="8801583" cy="646331"/>
          </a:xfrm>
          <a:prstGeom prst="rect">
            <a:avLst/>
          </a:prstGeom>
          <a:ln w="12700">
            <a:miter lim="400000"/>
          </a:ln>
          <a:effectLst>
            <a:outerShdw blurRad="38100" dist="20000" dir="5400000" rotWithShape="0">
              <a:srgbClr val="000000">
                <a:alpha val="38000"/>
              </a:srgbClr>
            </a:outerShdw>
          </a:effectLst>
        </p:spPr>
        <p:txBody>
          <a:bodyPr wrap="square" lIns="45719" rIns="45719">
            <a:spAutoFit/>
          </a:bodyPr>
          <a:lstStyle>
            <a:lvl1pPr>
              <a:defRPr sz="1800">
                <a:solidFill>
                  <a:srgbClr val="FF2600"/>
                </a:solidFill>
              </a:defRPr>
            </a:lvl1pPr>
          </a:lstStyle>
          <a:p>
            <a:r>
              <a:rPr lang="en-US" dirty="0"/>
              <a:t>Stop: I won’t use it now, but I want to start it later (so your programs and data remain)</a:t>
            </a:r>
            <a:endParaRPr lang="en-US" dirty="0"/>
          </a:p>
          <a:p>
            <a:r>
              <a:rPr lang="en-US" dirty="0"/>
              <a:t>Terminate: I will never use it again, and thus I would like to forget about it forever</a:t>
            </a:r>
            <a:endParaRPr dirty="0"/>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
        <p:nvSpPr>
          <p:cNvPr id="282" name="线条"/>
          <p:cNvSpPr/>
          <p:nvPr/>
        </p:nvSpPr>
        <p:spPr>
          <a:xfrm flipH="1" flipV="1">
            <a:off x="1386823" y="2436125"/>
            <a:ext cx="1137685" cy="361507"/>
          </a:xfrm>
          <a:prstGeom prst="line">
            <a:avLst/>
          </a:prstGeom>
          <a:ln w="25400">
            <a:solidFill>
              <a:srgbClr val="FF2600"/>
            </a:solidFill>
            <a:bevel/>
            <a:tailEnd type="triangle"/>
          </a:ln>
          <a:effectLst>
            <a:outerShdw blurRad="38100" dist="20000" dir="5400000" rotWithShape="0">
              <a:srgbClr val="000000">
                <a:alpha val="38000"/>
              </a:srgbClr>
            </a:outerShdw>
          </a:effectLst>
        </p:spPr>
        <p:txBody>
          <a:bodyPr lIns="45719" rIns="45719"/>
          <a:lstStyle/>
          <a:p>
            <a:pPr defTabSz="457200">
              <a:defRPr sz="1200">
                <a:latin typeface="+mj-lt"/>
                <a:ea typeface="+mj-ea"/>
                <a:cs typeface="+mj-cs"/>
                <a:sym typeface="Helvetica"/>
              </a:defRPr>
            </a:pPr>
          </a:p>
        </p:txBody>
      </p:sp>
      <p:sp>
        <p:nvSpPr>
          <p:cNvPr id="283" name="1. Find the instance."/>
          <p:cNvSpPr txBox="1"/>
          <p:nvPr/>
        </p:nvSpPr>
        <p:spPr>
          <a:xfrm>
            <a:off x="2051466" y="2849821"/>
            <a:ext cx="2909570" cy="368300"/>
          </a:xfrm>
          <a:prstGeom prst="rect">
            <a:avLst/>
          </a:prstGeom>
          <a:ln w="12700">
            <a:miter lim="400000"/>
          </a:ln>
          <a:effectLst>
            <a:outerShdw blurRad="38100" dist="20000" dir="5400000" rotWithShape="0">
              <a:srgbClr val="000000">
                <a:alpha val="38000"/>
              </a:srgbClr>
            </a:outerShdw>
          </a:effectLst>
        </p:spPr>
        <p:txBody>
          <a:bodyPr wrap="none" lIns="45719" rIns="45719">
            <a:spAutoFit/>
          </a:bodyPr>
          <a:lstStyle>
            <a:lvl1pPr>
              <a:defRPr sz="1800">
                <a:solidFill>
                  <a:srgbClr val="FF2600"/>
                </a:solidFill>
              </a:defRPr>
            </a:lvl1pPr>
          </a:lstStyle>
          <a:p>
            <a:r>
              <a:rPr lang="en-US" dirty="0"/>
              <a:t>1. </a:t>
            </a:r>
            <a:r>
              <a:rPr dirty="0"/>
              <a:t>Find the</a:t>
            </a:r>
            <a:r>
              <a:rPr lang="en-US" dirty="0"/>
              <a:t> running</a:t>
            </a:r>
            <a:r>
              <a:rPr dirty="0"/>
              <a:t> instance</a:t>
            </a:r>
            <a:endParaRPr dirty="0"/>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2026-09-10 at 1.47.41 PM"/>
          <p:cNvPicPr>
            <a:picLocks noChangeAspect="1"/>
          </p:cNvPicPr>
          <p:nvPr/>
        </p:nvPicPr>
        <p:blipFill>
          <a:blip r:embed="rId1"/>
          <a:stretch>
            <a:fillRect/>
          </a:stretch>
        </p:blipFill>
        <p:spPr>
          <a:xfrm>
            <a:off x="635" y="1382395"/>
            <a:ext cx="9143365" cy="3079750"/>
          </a:xfrm>
          <a:prstGeom prst="rect">
            <a:avLst/>
          </a:prstGeom>
        </p:spPr>
      </p:pic>
      <p:sp>
        <p:nvSpPr>
          <p:cNvPr id="291" name="矩形"/>
          <p:cNvSpPr/>
          <p:nvPr/>
        </p:nvSpPr>
        <p:spPr>
          <a:xfrm>
            <a:off x="1229995" y="1487170"/>
            <a:ext cx="2661285" cy="443865"/>
          </a:xfrm>
          <a:prstGeom prst="rect">
            <a:avLst/>
          </a:prstGeom>
          <a:ln w="25400">
            <a:solidFill>
              <a:srgbClr val="FF2600"/>
            </a:solidFill>
            <a:bevel/>
          </a:ln>
          <a:effectLst>
            <a:outerShdw blurRad="101600" dist="25400" dir="5400000" rotWithShape="0">
              <a:srgbClr val="000000">
                <a:alpha val="75000"/>
              </a:srgbClr>
            </a:outerShdw>
          </a:effectLst>
        </p:spPr>
        <p:txBody>
          <a:bodyPr lIns="45719" rIns="45719"/>
          <a:lstStyle/>
          <a:p/>
        </p:txBody>
      </p:sp>
      <p:sp>
        <p:nvSpPr>
          <p:cNvPr id="292" name="线条"/>
          <p:cNvSpPr/>
          <p:nvPr/>
        </p:nvSpPr>
        <p:spPr>
          <a:xfrm flipH="1">
            <a:off x="4040372" y="746590"/>
            <a:ext cx="723014" cy="773866"/>
          </a:xfrm>
          <a:prstGeom prst="line">
            <a:avLst/>
          </a:prstGeom>
          <a:ln w="25400">
            <a:solidFill>
              <a:srgbClr val="FF2600"/>
            </a:solidFill>
            <a:bevel/>
            <a:tailEnd type="triangle"/>
          </a:ln>
          <a:effectLst>
            <a:outerShdw blurRad="38100" dist="20000" dir="5400000" rotWithShape="0">
              <a:srgbClr val="000000">
                <a:alpha val="38000"/>
              </a:srgbClr>
            </a:outerShdw>
          </a:effectLst>
        </p:spPr>
        <p:txBody>
          <a:bodyPr lIns="45719" rIns="45719"/>
          <a:lstStyle/>
          <a:p>
            <a:pPr defTabSz="457200">
              <a:defRPr sz="1200">
                <a:latin typeface="+mj-lt"/>
                <a:ea typeface="+mj-ea"/>
                <a:cs typeface="+mj-cs"/>
                <a:sym typeface="Helvetica"/>
              </a:defRPr>
            </a:pPr>
          </a:p>
        </p:txBody>
      </p:sp>
      <p:sp>
        <p:nvSpPr>
          <p:cNvPr id="293" name="3. Double check."/>
          <p:cNvSpPr txBox="1"/>
          <p:nvPr/>
        </p:nvSpPr>
        <p:spPr>
          <a:xfrm>
            <a:off x="4572000" y="288756"/>
            <a:ext cx="2977736" cy="369332"/>
          </a:xfrm>
          <a:prstGeom prst="rect">
            <a:avLst/>
          </a:prstGeom>
          <a:ln w="12700">
            <a:miter lim="400000"/>
          </a:ln>
          <a:effectLst>
            <a:outerShdw blurRad="38100" dist="20000" dir="5400000" rotWithShape="0">
              <a:srgbClr val="000000">
                <a:alpha val="38000"/>
              </a:srgbClr>
            </a:outerShdw>
          </a:effectLst>
        </p:spPr>
        <p:txBody>
          <a:bodyPr wrap="none" lIns="45719" rIns="45719">
            <a:spAutoFit/>
          </a:bodyPr>
          <a:lstStyle>
            <a:lvl1pPr>
              <a:defRPr sz="1800">
                <a:solidFill>
                  <a:srgbClr val="FF2600"/>
                </a:solidFill>
              </a:defRPr>
            </a:lvl1pPr>
          </a:lstStyle>
          <a:p>
            <a:r>
              <a:rPr lang="en-US" dirty="0"/>
              <a:t>On success you will see this</a:t>
            </a:r>
            <a:endParaRPr dirty="0"/>
          </a:p>
        </p:txBody>
      </p:sp>
      <p:sp>
        <p:nvSpPr>
          <p:cNvPr id="7" name="Rectangle 6"/>
          <p:cNvSpPr/>
          <p:nvPr/>
        </p:nvSpPr>
        <p:spPr>
          <a:xfrm>
            <a:off x="158164" y="133692"/>
            <a:ext cx="3163045" cy="461665"/>
          </a:xfrm>
          <a:prstGeom prst="rect">
            <a:avLst/>
          </a:prstGeom>
        </p:spPr>
        <p:txBody>
          <a:bodyPr wrap="none">
            <a:spAutoFit/>
          </a:bodyPr>
          <a:lstStyle/>
          <a:p>
            <a:r>
              <a:rPr lang="en-US" dirty="0"/>
              <a:t>Stop an EC2 instance</a:t>
            </a:r>
            <a:endParaRPr lang="en-US" dirty="0"/>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5" name="query_cost_billing_10.gif" descr="query_cost_billing_10.gif"/>
          <p:cNvPicPr>
            <a:picLocks noChangeAspect="1"/>
          </p:cNvPicPr>
          <p:nvPr/>
        </p:nvPicPr>
        <p:blipFill>
          <a:blip r:embed="rId1"/>
          <a:srcRect l="6206" t="10149" b="31232"/>
          <a:stretch>
            <a:fillRect/>
          </a:stretch>
        </p:blipFill>
        <p:spPr>
          <a:xfrm>
            <a:off x="813792" y="2946076"/>
            <a:ext cx="7516371" cy="2918288"/>
          </a:xfrm>
          <a:prstGeom prst="rect">
            <a:avLst/>
          </a:prstGeom>
          <a:ln w="25400">
            <a:solidFill>
              <a:schemeClr val="accent1">
                <a:satOff val="-40798"/>
                <a:lumOff val="-17645"/>
              </a:schemeClr>
            </a:solidFill>
            <a:bevel/>
          </a:ln>
        </p:spPr>
      </p:pic>
      <p:sp>
        <p:nvSpPr>
          <p:cNvPr id="296" name="Remember to terminate the instance!!!"/>
          <p:cNvSpPr txBox="1"/>
          <p:nvPr/>
        </p:nvSpPr>
        <p:spPr>
          <a:xfrm>
            <a:off x="441377" y="919249"/>
            <a:ext cx="8261246" cy="570469"/>
          </a:xfrm>
          <a:prstGeom prst="rect">
            <a:avLst/>
          </a:prstGeom>
          <a:ln w="12700">
            <a:miter lim="400000"/>
          </a:ln>
        </p:spPr>
        <p:txBody>
          <a:bodyPr lIns="45719" rIns="45719" anchor="ctr"/>
          <a:lstStyle>
            <a:lvl1pPr algn="just">
              <a:defRPr sz="2600" b="1">
                <a:solidFill>
                  <a:srgbClr val="FF2600"/>
                </a:solidFill>
                <a:latin typeface="+mn-lt"/>
                <a:ea typeface="+mn-ea"/>
                <a:cs typeface="+mn-cs"/>
                <a:sym typeface="Helvetica Neue" panose="02000503000000020004"/>
              </a:defRPr>
            </a:lvl1pPr>
          </a:lstStyle>
          <a:p>
            <a:pPr>
              <a:defRPr b="0">
                <a:solidFill>
                  <a:srgbClr val="000000"/>
                </a:solidFill>
              </a:defRPr>
            </a:pPr>
            <a:r>
              <a:rPr b="1" dirty="0">
                <a:solidFill>
                  <a:srgbClr val="FF2600"/>
                </a:solidFill>
              </a:rPr>
              <a:t>Remember to</a:t>
            </a:r>
            <a:r>
              <a:rPr lang="en-US" b="1" dirty="0">
                <a:solidFill>
                  <a:srgbClr val="FF2600"/>
                </a:solidFill>
              </a:rPr>
              <a:t> stop </a:t>
            </a:r>
            <a:r>
              <a:rPr b="1" dirty="0">
                <a:solidFill>
                  <a:srgbClr val="FF2600"/>
                </a:solidFill>
              </a:rPr>
              <a:t>the instance!!!</a:t>
            </a:r>
            <a:endParaRPr b="1" dirty="0">
              <a:solidFill>
                <a:srgbClr val="FF2600"/>
              </a:solidFill>
            </a:endParaRPr>
          </a:p>
        </p:txBody>
      </p:sp>
      <p:sp>
        <p:nvSpPr>
          <p:cNvPr id="297" name="Otherwise, do expect bill like this:"/>
          <p:cNvSpPr txBox="1"/>
          <p:nvPr/>
        </p:nvSpPr>
        <p:spPr>
          <a:xfrm>
            <a:off x="441377" y="2151861"/>
            <a:ext cx="8261246" cy="570468"/>
          </a:xfrm>
          <a:prstGeom prst="rect">
            <a:avLst/>
          </a:prstGeom>
          <a:ln w="12700">
            <a:miter lim="400000"/>
          </a:ln>
        </p:spPr>
        <p:txBody>
          <a:bodyPr lIns="45719" rIns="45719" anchor="ctr"/>
          <a:lstStyle>
            <a:lvl1pPr algn="just">
              <a:defRPr>
                <a:latin typeface="+mn-lt"/>
                <a:ea typeface="+mn-ea"/>
                <a:cs typeface="+mn-cs"/>
                <a:sym typeface="Helvetica Neue" panose="02000503000000020004"/>
              </a:defRPr>
            </a:lvl1pPr>
          </a:lstStyle>
          <a:p>
            <a:r>
              <a:t>Otherwise, do expect bill like this:</a:t>
            </a:r>
          </a:p>
        </p:txBody>
      </p:sp>
      <p:sp>
        <p:nvSpPr>
          <p:cNvPr id="6" name="Rectangle 5"/>
          <p:cNvSpPr/>
          <p:nvPr/>
        </p:nvSpPr>
        <p:spPr>
          <a:xfrm>
            <a:off x="158164" y="133692"/>
            <a:ext cx="3163045" cy="461665"/>
          </a:xfrm>
          <a:prstGeom prst="rect">
            <a:avLst/>
          </a:prstGeom>
        </p:spPr>
        <p:txBody>
          <a:bodyPr wrap="none">
            <a:spAutoFit/>
          </a:bodyPr>
          <a:lstStyle/>
          <a:p>
            <a:r>
              <a:rPr lang="en-US" dirty="0"/>
              <a:t>Stop an EC2 instance</a:t>
            </a:r>
            <a:endParaRPr lang="en-US" dirty="0"/>
          </a:p>
        </p:txBody>
      </p:sp>
      <p:sp>
        <p:nvSpPr>
          <p:cNvPr id="2" name="Slide Number Placeholder 1"/>
          <p:cNvSpPr>
            <a:spLocks noGrp="1"/>
          </p:cNvSpPr>
          <p:nvPr>
            <p:ph type="sldNum" sz="quarter" idx="2"/>
          </p:nvPr>
        </p:nvSpPr>
        <p:spPr/>
        <p:txBody>
          <a:bodyPr/>
          <a:lstStyle/>
          <a:p>
            <a:fld id="{86CB4B4D-7CA3-9044-876B-883B54F8677D}" type="slidenum">
              <a:rPr lang="en-US" smtClean="0"/>
            </a:fld>
            <a:endParaRPr lang="en-US"/>
          </a:p>
        </p:txBody>
      </p:sp>
    </p:spTree>
  </p:cSld>
  <p:clrMapOvr>
    <a:masterClrMapping/>
  </p:clrMapOvr>
  <p:transition spd="med"/>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CFDEF3"/>
      </a:accent1>
      <a:accent2>
        <a:srgbClr val="333399"/>
      </a:accent2>
      <a:accent3>
        <a:srgbClr val="8F8F8F"/>
      </a:accent3>
      <a:accent4>
        <a:srgbClr val="707070"/>
      </a:accent4>
      <a:accent5>
        <a:srgbClr val="E2EAF7"/>
      </a:accent5>
      <a:accent6>
        <a:srgbClr val="2E2E8B"/>
      </a:accent6>
      <a:hlink>
        <a:srgbClr val="0000FF"/>
      </a:hlink>
      <a:folHlink>
        <a:srgbClr val="FF00FF"/>
      </a:folHlink>
    </a:clrScheme>
    <a:fontScheme name="Default">
      <a:majorFont>
        <a:latin typeface="Helvetica"/>
        <a:ea typeface="Helvetica"/>
        <a:cs typeface="Helvetica"/>
      </a:majorFont>
      <a:minorFont>
        <a:latin typeface="Helvetica Neue"/>
        <a:ea typeface="Helvetica Neue"/>
        <a:cs typeface="Helvetica Neue"/>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bevel/>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Arial" panose="020B0604020202090204"/>
            <a:ea typeface="Arial" panose="020B0604020202090204"/>
            <a:cs typeface="Arial" panose="020B0604020202090204"/>
            <a:sym typeface="Arial" panose="020B060402020209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Arial" panose="020B0604020202090204"/>
            <a:ea typeface="Arial" panose="020B0604020202090204"/>
            <a:cs typeface="Arial" panose="020B0604020202090204"/>
            <a:sym typeface="Arial" panose="020B060402020209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CFDEF3"/>
      </a:accent1>
      <a:accent2>
        <a:srgbClr val="333399"/>
      </a:accent2>
      <a:accent3>
        <a:srgbClr val="8F8F8F"/>
      </a:accent3>
      <a:accent4>
        <a:srgbClr val="707070"/>
      </a:accent4>
      <a:accent5>
        <a:srgbClr val="E2EAF7"/>
      </a:accent5>
      <a:accent6>
        <a:srgbClr val="2E2E8B"/>
      </a:accent6>
      <a:hlink>
        <a:srgbClr val="0000FF"/>
      </a:hlink>
      <a:folHlink>
        <a:srgbClr val="FF00FF"/>
      </a:folHlink>
    </a:clrScheme>
    <a:fontScheme name="Default">
      <a:majorFont>
        <a:latin typeface="Helvetica"/>
        <a:ea typeface="Helvetica"/>
        <a:cs typeface="Helvetica"/>
      </a:majorFont>
      <a:minorFont>
        <a:latin typeface="Helvetica Neue"/>
        <a:ea typeface="Helvetica Neue"/>
        <a:cs typeface="Helvetica Neue"/>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bevel/>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Arial" panose="020B0604020202090204"/>
            <a:ea typeface="Arial" panose="020B0604020202090204"/>
            <a:cs typeface="Arial" panose="020B0604020202090204"/>
            <a:sym typeface="Arial" panose="020B060402020209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Arial" panose="020B0604020202090204"/>
            <a:ea typeface="Arial" panose="020B0604020202090204"/>
            <a:cs typeface="Arial" panose="020B0604020202090204"/>
            <a:sym typeface="Arial" panose="020B060402020209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5980</Words>
  <Application>WPS Docs</Application>
  <PresentationFormat>On-screen Show (4:3)</PresentationFormat>
  <Paragraphs>339</Paragraphs>
  <Slides>44</Slides>
  <Notes>3</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44</vt:i4>
      </vt:variant>
    </vt:vector>
  </HeadingPairs>
  <TitlesOfParts>
    <vt:vector size="67" baseType="lpstr">
      <vt:lpstr>Arial</vt:lpstr>
      <vt:lpstr>SimSun</vt:lpstr>
      <vt:lpstr>Wingdings</vt:lpstr>
      <vt:lpstr>Arial</vt:lpstr>
      <vt:lpstr>Helvetica</vt:lpstr>
      <vt:lpstr>Helvetica Neue Light</vt:lpstr>
      <vt:lpstr>Helvetica Neue</vt:lpstr>
      <vt:lpstr>Lucida Grande</vt:lpstr>
      <vt:lpstr>Helvetica Neue Medium</vt:lpstr>
      <vt:lpstr>Microsoft YaHei</vt:lpstr>
      <vt:lpstr>方正雅意黑 GB18030L2</vt:lpstr>
      <vt:lpstr>Arial Unicode MS</vt:lpstr>
      <vt:lpstr>SimSun</vt:lpstr>
      <vt:lpstr>汉仪书宋二KW</vt:lpstr>
      <vt:lpstr>Courier</vt:lpstr>
      <vt:lpstr>Thonburi</vt:lpstr>
      <vt:lpstr>Courier</vt:lpstr>
      <vt:lpstr>Helvetica</vt:lpstr>
      <vt:lpstr>Helvetica Neue</vt:lpstr>
      <vt:lpstr>Helvetica Neue Light</vt:lpstr>
      <vt:lpstr>Helvetica Neue Medium</vt:lpstr>
      <vt:lpstr>苹方-简</vt:lpstr>
      <vt:lpstr>Default</vt:lpstr>
      <vt:lpstr>CSC4303 (Fall 2026)</vt:lpstr>
      <vt:lpstr>Amazon Web Services (AWS)</vt:lpstr>
      <vt:lpstr>What is EC2?</vt:lpstr>
      <vt:lpstr>Outline</vt:lpstr>
      <vt:lpstr>I am Going to Introduce 2 Ways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Outline</vt:lpstr>
      <vt:lpstr>PowerPoint 演示文稿</vt:lpstr>
      <vt:lpstr>PowerPoint 演示文稿</vt:lpstr>
      <vt:lpstr>PowerPoint 演示文稿</vt:lpstr>
      <vt:lpstr>PowerPoint 演示文稿</vt:lpstr>
      <vt:lpstr>SSH Authentication Process</vt:lpstr>
      <vt:lpstr>Key pairs</vt:lpstr>
      <vt:lpstr>Create key pairs</vt:lpstr>
      <vt:lpstr>PowerPoint 演示文稿</vt:lpstr>
      <vt:lpstr>PowerPoint 演示文稿</vt:lpstr>
      <vt:lpstr>PowerPoint 演示文稿</vt:lpstr>
      <vt:lpstr>PowerPoint 演示文稿</vt:lpstr>
      <vt:lpstr>PowerPoint 演示文稿</vt:lpstr>
      <vt:lpstr>PowerPoint 演示文稿</vt:lpstr>
      <vt:lpstr>Server OS in EC2</vt:lpstr>
      <vt:lpstr>PowerPoint 演示文稿</vt:lpstr>
      <vt:lpstr>PowerPoint 演示文稿</vt:lpstr>
      <vt:lpstr>PowerPoint 演示文稿</vt:lpstr>
      <vt:lpstr>EC2 instance types</vt:lpstr>
      <vt:lpstr>PowerPoint 演示文稿</vt:lpstr>
      <vt:lpstr>PowerPoint 演示文稿</vt:lpstr>
      <vt:lpstr>Outline</vt:lpstr>
      <vt:lpstr>PowerPoint 演示文稿</vt:lpstr>
      <vt:lpstr>PowerPoint 演示文稿</vt:lpstr>
      <vt:lpstr>Public vs. Private IP</vt:lpstr>
      <vt:lpstr>Connection Test</vt:lpstr>
      <vt:lpstr>Outline</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COMP4651 (Spring 2021)</dc:title>
  <dc:creator/>
  <cp:lastModifiedBy>云朵</cp:lastModifiedBy>
  <cp:revision>103</cp:revision>
  <dcterms:created xsi:type="dcterms:W3CDTF">2026-09-15T04:06:25Z</dcterms:created>
  <dcterms:modified xsi:type="dcterms:W3CDTF">2026-09-15T04:06:25Z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06E15CCFB7DE9AF44125A26AFF2A4FD3_42</vt:lpwstr>
  </property>
  <property fmtid="{D5CDD505-2E9C-101B-9397-08002B2CF9AE}" pid="3" name="KSOProductBuildVer">
    <vt:lpwstr>1033-12.1.26035.26035</vt:lpwstr>
  </property>
</Properties>
</file>